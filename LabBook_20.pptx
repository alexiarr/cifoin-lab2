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9"/>
  </p:notesMasterIdLst>
  <p:handoutMasterIdLst>
    <p:handoutMasterId r:id="rId30"/>
  </p:handoutMasterIdLst>
  <p:sldIdLst>
    <p:sldId id="256" r:id="rId2"/>
    <p:sldId id="289" r:id="rId3"/>
    <p:sldId id="295" r:id="rId4"/>
    <p:sldId id="304" r:id="rId5"/>
    <p:sldId id="316" r:id="rId6"/>
    <p:sldId id="317" r:id="rId7"/>
    <p:sldId id="302" r:id="rId8"/>
    <p:sldId id="303" r:id="rId9"/>
    <p:sldId id="305" r:id="rId10"/>
    <p:sldId id="306" r:id="rId11"/>
    <p:sldId id="307" r:id="rId12"/>
    <p:sldId id="308" r:id="rId13"/>
    <p:sldId id="309" r:id="rId14"/>
    <p:sldId id="318" r:id="rId15"/>
    <p:sldId id="291" r:id="rId16"/>
    <p:sldId id="296" r:id="rId17"/>
    <p:sldId id="293" r:id="rId18"/>
    <p:sldId id="312" r:id="rId19"/>
    <p:sldId id="294" r:id="rId20"/>
    <p:sldId id="313" r:id="rId21"/>
    <p:sldId id="314" r:id="rId22"/>
    <p:sldId id="301" r:id="rId23"/>
    <p:sldId id="290" r:id="rId24"/>
    <p:sldId id="297" r:id="rId25"/>
    <p:sldId id="292" r:id="rId26"/>
    <p:sldId id="298" r:id="rId27"/>
    <p:sldId id="288" r:id="rId28"/>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472F7E-0EF7-1DCC-806E-F44AFBB466C2}" v="1727" dt="2026-05-01T17:29:57.926"/>
    <p1510:client id="{372CD32A-B3F6-5563-C9A4-7F82D43FB6E6}" v="134" dt="2026-05-02T09:13:45.289"/>
    <p1510:client id="{D8A3380D-34DE-4CC6-B4B6-549E496A7D7E}" v="3459" dt="2026-05-02T09:14:50.111"/>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874" y="43"/>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Bujeda Maicas" userId="S::dbujmai@upv.edu.es::1218fd7a-844c-42f9-a342-8460c647aec0" providerId="AD" clId="Web-{4D2BFEE8-E996-6BE7-73E0-D25BB04B8BBD}"/>
    <pc:docChg chg="modSld">
      <pc:chgData name="David Bujeda Maicas" userId="S::dbujmai@upv.edu.es::1218fd7a-844c-42f9-a342-8460c647aec0" providerId="AD" clId="Web-{4D2BFEE8-E996-6BE7-73E0-D25BB04B8BBD}" dt="2026-04-28T10:47:19.930" v="40" actId="14100"/>
      <pc:docMkLst>
        <pc:docMk/>
      </pc:docMkLst>
      <pc:sldChg chg="modSp">
        <pc:chgData name="David Bujeda Maicas" userId="S::dbujmai@upv.edu.es::1218fd7a-844c-42f9-a342-8460c647aec0" providerId="AD" clId="Web-{4D2BFEE8-E996-6BE7-73E0-D25BB04B8BBD}" dt="2026-04-28T10:45:22.272" v="33" actId="20577"/>
        <pc:sldMkLst>
          <pc:docMk/>
          <pc:sldMk cId="955145640" sldId="292"/>
        </pc:sldMkLst>
        <pc:spChg chg="mod">
          <ac:chgData name="David Bujeda Maicas" userId="S::dbujmai@upv.edu.es::1218fd7a-844c-42f9-a342-8460c647aec0" providerId="AD" clId="Web-{4D2BFEE8-E996-6BE7-73E0-D25BB04B8BBD}" dt="2026-04-28T10:45:22.272" v="33" actId="20577"/>
          <ac:spMkLst>
            <pc:docMk/>
            <pc:sldMk cId="955145640" sldId="292"/>
            <ac:spMk id="2" creationId="{82A62DD6-5488-72A1-9926-0CAEE59089A9}"/>
          </ac:spMkLst>
        </pc:spChg>
      </pc:sldChg>
      <pc:sldChg chg="modSp">
        <pc:chgData name="David Bujeda Maicas" userId="S::dbujmai@upv.edu.es::1218fd7a-844c-42f9-a342-8460c647aec0" providerId="AD" clId="Web-{4D2BFEE8-E996-6BE7-73E0-D25BB04B8BBD}" dt="2026-04-28T10:47:19.930" v="40" actId="14100"/>
        <pc:sldMkLst>
          <pc:docMk/>
          <pc:sldMk cId="73622069" sldId="313"/>
        </pc:sldMkLst>
        <pc:spChg chg="mod">
          <ac:chgData name="David Bujeda Maicas" userId="S::dbujmai@upv.edu.es::1218fd7a-844c-42f9-a342-8460c647aec0" providerId="AD" clId="Web-{4D2BFEE8-E996-6BE7-73E0-D25BB04B8BBD}" dt="2026-04-28T10:45:58.861" v="37" actId="14100"/>
          <ac:spMkLst>
            <pc:docMk/>
            <pc:sldMk cId="73622069" sldId="313"/>
            <ac:spMk id="5" creationId="{9D1B79DD-CA5B-236A-F7A9-6DC8B54FBFA0}"/>
          </ac:spMkLst>
        </pc:spChg>
        <pc:picChg chg="mod">
          <ac:chgData name="David Bujeda Maicas" userId="S::dbujmai@upv.edu.es::1218fd7a-844c-42f9-a342-8460c647aec0" providerId="AD" clId="Web-{4D2BFEE8-E996-6BE7-73E0-D25BB04B8BBD}" dt="2026-04-28T10:47:19.930" v="40" actId="14100"/>
          <ac:picMkLst>
            <pc:docMk/>
            <pc:sldMk cId="73622069" sldId="313"/>
            <ac:picMk id="9" creationId="{987F8FC8-1014-3482-75A1-B02FD7FFA074}"/>
          </ac:picMkLst>
        </pc:picChg>
      </pc:sldChg>
    </pc:docChg>
  </pc:docChgLst>
  <pc:docChgLst>
    <pc:chgData name="David Bujeda Maicas" userId="S::dbujmai@upv.edu.es::1218fd7a-844c-42f9-a342-8460c647aec0" providerId="AD" clId="Web-{372CD32A-B3F6-5563-C9A4-7F82D43FB6E6}"/>
    <pc:docChg chg="modSld">
      <pc:chgData name="David Bujeda Maicas" userId="S::dbujmai@upv.edu.es::1218fd7a-844c-42f9-a342-8460c647aec0" providerId="AD" clId="Web-{372CD32A-B3F6-5563-C9A4-7F82D43FB6E6}" dt="2026-05-02T09:13:45.289" v="112" actId="1076"/>
      <pc:docMkLst>
        <pc:docMk/>
      </pc:docMkLst>
      <pc:sldChg chg="modSp">
        <pc:chgData name="David Bujeda Maicas" userId="S::dbujmai@upv.edu.es::1218fd7a-844c-42f9-a342-8460c647aec0" providerId="AD" clId="Web-{372CD32A-B3F6-5563-C9A4-7F82D43FB6E6}" dt="2026-05-02T09:13:09.117" v="107"/>
        <pc:sldMkLst>
          <pc:docMk/>
          <pc:sldMk cId="179796361" sldId="290"/>
        </pc:sldMkLst>
        <pc:spChg chg="mod">
          <ac:chgData name="David Bujeda Maicas" userId="S::dbujmai@upv.edu.es::1218fd7a-844c-42f9-a342-8460c647aec0" providerId="AD" clId="Web-{372CD32A-B3F6-5563-C9A4-7F82D43FB6E6}" dt="2026-05-02T09:13:09.117" v="107"/>
          <ac:spMkLst>
            <pc:docMk/>
            <pc:sldMk cId="179796361" sldId="290"/>
            <ac:spMk id="2" creationId="{D0F8CF3B-B920-DBFC-F825-0C87B51EADA7}"/>
          </ac:spMkLst>
        </pc:spChg>
      </pc:sldChg>
      <pc:sldChg chg="delSp modSp">
        <pc:chgData name="David Bujeda Maicas" userId="S::dbujmai@upv.edu.es::1218fd7a-844c-42f9-a342-8460c647aec0" providerId="AD" clId="Web-{372CD32A-B3F6-5563-C9A4-7F82D43FB6E6}" dt="2026-05-02T09:13:29.211" v="109"/>
        <pc:sldMkLst>
          <pc:docMk/>
          <pc:sldMk cId="955145640" sldId="292"/>
        </pc:sldMkLst>
        <pc:spChg chg="mod">
          <ac:chgData name="David Bujeda Maicas" userId="S::dbujmai@upv.edu.es::1218fd7a-844c-42f9-a342-8460c647aec0" providerId="AD" clId="Web-{372CD32A-B3F6-5563-C9A4-7F82D43FB6E6}" dt="2026-05-02T09:13:29.211" v="109"/>
          <ac:spMkLst>
            <pc:docMk/>
            <pc:sldMk cId="955145640" sldId="292"/>
            <ac:spMk id="2" creationId="{82A62DD6-5488-72A1-9926-0CAEE59089A9}"/>
          </ac:spMkLst>
        </pc:spChg>
        <pc:spChg chg="mod">
          <ac:chgData name="David Bujeda Maicas" userId="S::dbujmai@upv.edu.es::1218fd7a-844c-42f9-a342-8460c647aec0" providerId="AD" clId="Web-{372CD32A-B3F6-5563-C9A4-7F82D43FB6E6}" dt="2026-05-02T08:19:18.443" v="46" actId="1076"/>
          <ac:spMkLst>
            <pc:docMk/>
            <pc:sldMk cId="955145640" sldId="292"/>
            <ac:spMk id="4" creationId="{796EDE51-D41E-C23B-F402-2F7357DE8714}"/>
          </ac:spMkLst>
        </pc:spChg>
        <pc:spChg chg="mod">
          <ac:chgData name="David Bujeda Maicas" userId="S::dbujmai@upv.edu.es::1218fd7a-844c-42f9-a342-8460c647aec0" providerId="AD" clId="Web-{372CD32A-B3F6-5563-C9A4-7F82D43FB6E6}" dt="2026-05-02T08:19:18.459" v="47" actId="1076"/>
          <ac:spMkLst>
            <pc:docMk/>
            <pc:sldMk cId="955145640" sldId="292"/>
            <ac:spMk id="5" creationId="{5A3233C9-FE6F-52D8-4D87-224222BDA8E1}"/>
          </ac:spMkLst>
        </pc:spChg>
        <pc:spChg chg="mod">
          <ac:chgData name="David Bujeda Maicas" userId="S::dbujmai@upv.edu.es::1218fd7a-844c-42f9-a342-8460c647aec0" providerId="AD" clId="Web-{372CD32A-B3F6-5563-C9A4-7F82D43FB6E6}" dt="2026-05-02T08:19:18.474" v="48" actId="1076"/>
          <ac:spMkLst>
            <pc:docMk/>
            <pc:sldMk cId="955145640" sldId="292"/>
            <ac:spMk id="9" creationId="{075D03BE-0D6A-89E5-3C68-D7BD97B4676E}"/>
          </ac:spMkLst>
        </pc:spChg>
        <pc:spChg chg="mod">
          <ac:chgData name="David Bujeda Maicas" userId="S::dbujmai@upv.edu.es::1218fd7a-844c-42f9-a342-8460c647aec0" providerId="AD" clId="Web-{372CD32A-B3F6-5563-C9A4-7F82D43FB6E6}" dt="2026-05-02T08:19:18.474" v="49" actId="1076"/>
          <ac:spMkLst>
            <pc:docMk/>
            <pc:sldMk cId="955145640" sldId="292"/>
            <ac:spMk id="10" creationId="{AC01EDEE-71CC-C570-700B-076F03FCF7E1}"/>
          </ac:spMkLst>
        </pc:spChg>
        <pc:graphicFrameChg chg="del">
          <ac:chgData name="David Bujeda Maicas" userId="S::dbujmai@upv.edu.es::1218fd7a-844c-42f9-a342-8460c647aec0" providerId="AD" clId="Web-{372CD32A-B3F6-5563-C9A4-7F82D43FB6E6}" dt="2026-05-02T08:36:44.898" v="55"/>
          <ac:graphicFrameMkLst>
            <pc:docMk/>
            <pc:sldMk cId="955145640" sldId="292"/>
            <ac:graphicFrameMk id="7" creationId="{07E70075-14E9-E672-21EB-69618A2422B5}"/>
          </ac:graphicFrameMkLst>
        </pc:graphicFrameChg>
        <pc:graphicFrameChg chg="del">
          <ac:chgData name="David Bujeda Maicas" userId="S::dbujmai@upv.edu.es::1218fd7a-844c-42f9-a342-8460c647aec0" providerId="AD" clId="Web-{372CD32A-B3F6-5563-C9A4-7F82D43FB6E6}" dt="2026-05-02T08:45:48.033" v="62"/>
          <ac:graphicFrameMkLst>
            <pc:docMk/>
            <pc:sldMk cId="955145640" sldId="292"/>
            <ac:graphicFrameMk id="8" creationId="{AF5D727A-72E6-F8A5-7FFB-0C71C59AD84F}"/>
          </ac:graphicFrameMkLst>
        </pc:graphicFrameChg>
        <pc:picChg chg="mod">
          <ac:chgData name="David Bujeda Maicas" userId="S::dbujmai@upv.edu.es::1218fd7a-844c-42f9-a342-8460c647aec0" providerId="AD" clId="Web-{372CD32A-B3F6-5563-C9A4-7F82D43FB6E6}" dt="2026-05-02T08:26:33.706" v="54" actId="1076"/>
          <ac:picMkLst>
            <pc:docMk/>
            <pc:sldMk cId="955145640" sldId="292"/>
            <ac:picMk id="11" creationId="{77549114-3B06-9EB8-F28F-9865E88559B7}"/>
          </ac:picMkLst>
        </pc:picChg>
        <pc:picChg chg="mod">
          <ac:chgData name="David Bujeda Maicas" userId="S::dbujmai@upv.edu.es::1218fd7a-844c-42f9-a342-8460c647aec0" providerId="AD" clId="Web-{372CD32A-B3F6-5563-C9A4-7F82D43FB6E6}" dt="2026-05-02T08:19:18.490" v="51" actId="1076"/>
          <ac:picMkLst>
            <pc:docMk/>
            <pc:sldMk cId="955145640" sldId="292"/>
            <ac:picMk id="14" creationId="{FC6E4A1D-B854-BC7A-8D72-6F53C6A9EF4A}"/>
          </ac:picMkLst>
        </pc:picChg>
      </pc:sldChg>
      <pc:sldChg chg="delSp modSp">
        <pc:chgData name="David Bujeda Maicas" userId="S::dbujmai@upv.edu.es::1218fd7a-844c-42f9-a342-8460c647aec0" providerId="AD" clId="Web-{372CD32A-B3F6-5563-C9A4-7F82D43FB6E6}" dt="2026-05-02T09:13:20.508" v="108"/>
        <pc:sldMkLst>
          <pc:docMk/>
          <pc:sldMk cId="813558068" sldId="297"/>
        </pc:sldMkLst>
        <pc:spChg chg="mod">
          <ac:chgData name="David Bujeda Maicas" userId="S::dbujmai@upv.edu.es::1218fd7a-844c-42f9-a342-8460c647aec0" providerId="AD" clId="Web-{372CD32A-B3F6-5563-C9A4-7F82D43FB6E6}" dt="2026-05-02T09:13:20.508" v="108"/>
          <ac:spMkLst>
            <pc:docMk/>
            <pc:sldMk cId="813558068" sldId="297"/>
            <ac:spMk id="2" creationId="{181326FD-308E-2C47-D5D2-57B3357241AA}"/>
          </ac:spMkLst>
        </pc:spChg>
        <pc:spChg chg="mod">
          <ac:chgData name="David Bujeda Maicas" userId="S::dbujmai@upv.edu.es::1218fd7a-844c-42f9-a342-8460c647aec0" providerId="AD" clId="Web-{372CD32A-B3F6-5563-C9A4-7F82D43FB6E6}" dt="2026-05-02T08:18:20.707" v="34" actId="1076"/>
          <ac:spMkLst>
            <pc:docMk/>
            <pc:sldMk cId="813558068" sldId="297"/>
            <ac:spMk id="5" creationId="{B42E1AD9-10D4-8ACB-526F-2DA1DD2B9881}"/>
          </ac:spMkLst>
        </pc:spChg>
        <pc:spChg chg="mod">
          <ac:chgData name="David Bujeda Maicas" userId="S::dbujmai@upv.edu.es::1218fd7a-844c-42f9-a342-8460c647aec0" providerId="AD" clId="Web-{372CD32A-B3F6-5563-C9A4-7F82D43FB6E6}" dt="2026-05-02T08:18:20.722" v="35" actId="1076"/>
          <ac:spMkLst>
            <pc:docMk/>
            <pc:sldMk cId="813558068" sldId="297"/>
            <ac:spMk id="6" creationId="{15ED9C7E-0684-E2B9-7FD6-9BCF17CC000A}"/>
          </ac:spMkLst>
        </pc:spChg>
        <pc:spChg chg="mod">
          <ac:chgData name="David Bujeda Maicas" userId="S::dbujmai@upv.edu.es::1218fd7a-844c-42f9-a342-8460c647aec0" providerId="AD" clId="Web-{372CD32A-B3F6-5563-C9A4-7F82D43FB6E6}" dt="2026-05-02T08:17:59.346" v="23" actId="1076"/>
          <ac:spMkLst>
            <pc:docMk/>
            <pc:sldMk cId="813558068" sldId="297"/>
            <ac:spMk id="8" creationId="{B08C2240-8810-4E0A-7DCF-E62A8271EA2E}"/>
          </ac:spMkLst>
        </pc:spChg>
        <pc:spChg chg="mod">
          <ac:chgData name="David Bujeda Maicas" userId="S::dbujmai@upv.edu.es::1218fd7a-844c-42f9-a342-8460c647aec0" providerId="AD" clId="Web-{372CD32A-B3F6-5563-C9A4-7F82D43FB6E6}" dt="2026-05-02T08:17:59.378" v="24" actId="1076"/>
          <ac:spMkLst>
            <pc:docMk/>
            <pc:sldMk cId="813558068" sldId="297"/>
            <ac:spMk id="9" creationId="{BBDDC809-0F06-CBE2-4D1A-3A2FA36C33A8}"/>
          </ac:spMkLst>
        </pc:spChg>
        <pc:graphicFrameChg chg="del">
          <ac:chgData name="David Bujeda Maicas" userId="S::dbujmai@upv.edu.es::1218fd7a-844c-42f9-a342-8460c647aec0" providerId="AD" clId="Web-{372CD32A-B3F6-5563-C9A4-7F82D43FB6E6}" dt="2026-05-02T08:16:28.375" v="1"/>
          <ac:graphicFrameMkLst>
            <pc:docMk/>
            <pc:sldMk cId="813558068" sldId="297"/>
            <ac:graphicFrameMk id="4" creationId="{AF852A57-2EFC-934D-1F9F-426A08301964}"/>
          </ac:graphicFrameMkLst>
        </pc:graphicFrameChg>
        <pc:picChg chg="mod">
          <ac:chgData name="David Bujeda Maicas" userId="S::dbujmai@upv.edu.es::1218fd7a-844c-42f9-a342-8460c647aec0" providerId="AD" clId="Web-{372CD32A-B3F6-5563-C9A4-7F82D43FB6E6}" dt="2026-05-02T08:18:20.738" v="36" actId="1076"/>
          <ac:picMkLst>
            <pc:docMk/>
            <pc:sldMk cId="813558068" sldId="297"/>
            <ac:picMk id="10" creationId="{513C5BB0-0029-DB00-44E6-2F93775F7306}"/>
          </ac:picMkLst>
        </pc:picChg>
        <pc:picChg chg="mod">
          <ac:chgData name="David Bujeda Maicas" userId="S::dbujmai@upv.edu.es::1218fd7a-844c-42f9-a342-8460c647aec0" providerId="AD" clId="Web-{372CD32A-B3F6-5563-C9A4-7F82D43FB6E6}" dt="2026-05-02T08:18:20.753" v="37" actId="1076"/>
          <ac:picMkLst>
            <pc:docMk/>
            <pc:sldMk cId="813558068" sldId="297"/>
            <ac:picMk id="11" creationId="{B07CE155-4D5A-D82C-33C7-EB05E7853076}"/>
          </ac:picMkLst>
        </pc:picChg>
      </pc:sldChg>
      <pc:sldChg chg="delSp modSp">
        <pc:chgData name="David Bujeda Maicas" userId="S::dbujmai@upv.edu.es::1218fd7a-844c-42f9-a342-8460c647aec0" providerId="AD" clId="Web-{372CD32A-B3F6-5563-C9A4-7F82D43FB6E6}" dt="2026-05-02T09:13:45.289" v="112" actId="1076"/>
        <pc:sldMkLst>
          <pc:docMk/>
          <pc:sldMk cId="535939439" sldId="298"/>
        </pc:sldMkLst>
        <pc:spChg chg="mod">
          <ac:chgData name="David Bujeda Maicas" userId="S::dbujmai@upv.edu.es::1218fd7a-844c-42f9-a342-8460c647aec0" providerId="AD" clId="Web-{372CD32A-B3F6-5563-C9A4-7F82D43FB6E6}" dt="2026-05-02T09:13:45.289" v="112" actId="1076"/>
          <ac:spMkLst>
            <pc:docMk/>
            <pc:sldMk cId="535939439" sldId="298"/>
            <ac:spMk id="2" creationId="{8D88CB07-C5F5-9BB7-9F41-E171F0F0E2B9}"/>
          </ac:spMkLst>
        </pc:spChg>
        <pc:spChg chg="mod">
          <ac:chgData name="David Bujeda Maicas" userId="S::dbujmai@upv.edu.es::1218fd7a-844c-42f9-a342-8460c647aec0" providerId="AD" clId="Web-{372CD32A-B3F6-5563-C9A4-7F82D43FB6E6}" dt="2026-05-02T09:00:28.379" v="85" actId="1076"/>
          <ac:spMkLst>
            <pc:docMk/>
            <pc:sldMk cId="535939439" sldId="298"/>
            <ac:spMk id="4" creationId="{B58B1BB0-E248-0BA3-D1B3-93649227103E}"/>
          </ac:spMkLst>
        </pc:spChg>
        <pc:spChg chg="mod">
          <ac:chgData name="David Bujeda Maicas" userId="S::dbujmai@upv.edu.es::1218fd7a-844c-42f9-a342-8460c647aec0" providerId="AD" clId="Web-{372CD32A-B3F6-5563-C9A4-7F82D43FB6E6}" dt="2026-05-02T09:00:28.395" v="86" actId="1076"/>
          <ac:spMkLst>
            <pc:docMk/>
            <pc:sldMk cId="535939439" sldId="298"/>
            <ac:spMk id="5" creationId="{8E0E2533-B1CA-72C4-3859-1CBDD5887887}"/>
          </ac:spMkLst>
        </pc:spChg>
        <pc:spChg chg="mod">
          <ac:chgData name="David Bujeda Maicas" userId="S::dbujmai@upv.edu.es::1218fd7a-844c-42f9-a342-8460c647aec0" providerId="AD" clId="Web-{372CD32A-B3F6-5563-C9A4-7F82D43FB6E6}" dt="2026-05-02T09:00:28.458" v="91" actId="1076"/>
          <ac:spMkLst>
            <pc:docMk/>
            <pc:sldMk cId="535939439" sldId="298"/>
            <ac:spMk id="8" creationId="{D85BD3D1-5BB8-92B5-D371-956D2830C729}"/>
          </ac:spMkLst>
        </pc:spChg>
        <pc:spChg chg="mod">
          <ac:chgData name="David Bujeda Maicas" userId="S::dbujmai@upv.edu.es::1218fd7a-844c-42f9-a342-8460c647aec0" providerId="AD" clId="Web-{372CD32A-B3F6-5563-C9A4-7F82D43FB6E6}" dt="2026-05-02T09:00:28.411" v="87" actId="1076"/>
          <ac:spMkLst>
            <pc:docMk/>
            <pc:sldMk cId="535939439" sldId="298"/>
            <ac:spMk id="9" creationId="{2BDFECD2-156D-6697-CFBF-8CD783F9B986}"/>
          </ac:spMkLst>
        </pc:spChg>
        <pc:spChg chg="mod">
          <ac:chgData name="David Bujeda Maicas" userId="S::dbujmai@upv.edu.es::1218fd7a-844c-42f9-a342-8460c647aec0" providerId="AD" clId="Web-{372CD32A-B3F6-5563-C9A4-7F82D43FB6E6}" dt="2026-05-02T09:00:28.426" v="88" actId="1076"/>
          <ac:spMkLst>
            <pc:docMk/>
            <pc:sldMk cId="535939439" sldId="298"/>
            <ac:spMk id="10" creationId="{3BFC64CA-DE35-A528-CF09-36A26DB3DEE4}"/>
          </ac:spMkLst>
        </pc:spChg>
        <pc:graphicFrameChg chg="del mod modGraphic">
          <ac:chgData name="David Bujeda Maicas" userId="S::dbujmai@upv.edu.es::1218fd7a-844c-42f9-a342-8460c647aec0" providerId="AD" clId="Web-{372CD32A-B3F6-5563-C9A4-7F82D43FB6E6}" dt="2026-05-02T08:59:38.797" v="78"/>
          <ac:graphicFrameMkLst>
            <pc:docMk/>
            <pc:sldMk cId="535939439" sldId="298"/>
            <ac:graphicFrameMk id="6" creationId="{605AE11B-20AF-37B1-3BA2-4CB5B8073DD7}"/>
          </ac:graphicFrameMkLst>
        </pc:graphicFrameChg>
        <pc:picChg chg="mod">
          <ac:chgData name="David Bujeda Maicas" userId="S::dbujmai@upv.edu.es::1218fd7a-844c-42f9-a342-8460c647aec0" providerId="AD" clId="Web-{372CD32A-B3F6-5563-C9A4-7F82D43FB6E6}" dt="2026-05-02T09:00:28.426" v="89" actId="1076"/>
          <ac:picMkLst>
            <pc:docMk/>
            <pc:sldMk cId="535939439" sldId="298"/>
            <ac:picMk id="11" creationId="{DBF9D963-2B74-10F2-3C1B-90C24FCA28D7}"/>
          </ac:picMkLst>
        </pc:picChg>
        <pc:picChg chg="mod">
          <ac:chgData name="David Bujeda Maicas" userId="S::dbujmai@upv.edu.es::1218fd7a-844c-42f9-a342-8460c647aec0" providerId="AD" clId="Web-{372CD32A-B3F6-5563-C9A4-7F82D43FB6E6}" dt="2026-05-02T09:00:28.442" v="90" actId="1076"/>
          <ac:picMkLst>
            <pc:docMk/>
            <pc:sldMk cId="535939439" sldId="298"/>
            <ac:picMk id="17" creationId="{9E98F3FA-9B33-E7B7-473B-CE2C7754C454}"/>
          </ac:picMkLst>
        </pc:picChg>
      </pc:sldChg>
      <pc:sldChg chg="modSp">
        <pc:chgData name="David Bujeda Maicas" userId="S::dbujmai@upv.edu.es::1218fd7a-844c-42f9-a342-8460c647aec0" providerId="AD" clId="Web-{372CD32A-B3F6-5563-C9A4-7F82D43FB6E6}" dt="2026-05-02T09:11:12.755" v="105" actId="20577"/>
        <pc:sldMkLst>
          <pc:docMk/>
          <pc:sldMk cId="699864314" sldId="301"/>
        </pc:sldMkLst>
        <pc:spChg chg="mod">
          <ac:chgData name="David Bujeda Maicas" userId="S::dbujmai@upv.edu.es::1218fd7a-844c-42f9-a342-8460c647aec0" providerId="AD" clId="Web-{372CD32A-B3F6-5563-C9A4-7F82D43FB6E6}" dt="2026-05-02T09:11:12.755" v="105" actId="20577"/>
          <ac:spMkLst>
            <pc:docMk/>
            <pc:sldMk cId="699864314" sldId="301"/>
            <ac:spMk id="2" creationId="{42D73A2E-0E5A-8A39-6B70-F9E94D6DBB70}"/>
          </ac:spMkLst>
        </pc:spChg>
      </pc:sldChg>
      <pc:sldChg chg="modSp">
        <pc:chgData name="David Bujeda Maicas" userId="S::dbujmai@upv.edu.es::1218fd7a-844c-42f9-a342-8460c647aec0" providerId="AD" clId="Web-{372CD32A-B3F6-5563-C9A4-7F82D43FB6E6}" dt="2026-05-02T09:01:45.729" v="93" actId="20577"/>
        <pc:sldMkLst>
          <pc:docMk/>
          <pc:sldMk cId="730501311" sldId="304"/>
        </pc:sldMkLst>
        <pc:spChg chg="mod">
          <ac:chgData name="David Bujeda Maicas" userId="S::dbujmai@upv.edu.es::1218fd7a-844c-42f9-a342-8460c647aec0" providerId="AD" clId="Web-{372CD32A-B3F6-5563-C9A4-7F82D43FB6E6}" dt="2026-05-02T09:01:45.729" v="93" actId="20577"/>
          <ac:spMkLst>
            <pc:docMk/>
            <pc:sldMk cId="730501311" sldId="304"/>
            <ac:spMk id="2" creationId="{D0F8CF3B-B920-DBFC-F825-0C87B51EADA7}"/>
          </ac:spMkLst>
        </pc:spChg>
      </pc:sldChg>
      <pc:sldChg chg="modSp">
        <pc:chgData name="David Bujeda Maicas" userId="S::dbujmai@upv.edu.es::1218fd7a-844c-42f9-a342-8460c647aec0" providerId="AD" clId="Web-{372CD32A-B3F6-5563-C9A4-7F82D43FB6E6}" dt="2026-05-02T09:10:18.909" v="101" actId="20577"/>
        <pc:sldMkLst>
          <pc:docMk/>
          <pc:sldMk cId="1602429754" sldId="312"/>
        </pc:sldMkLst>
        <pc:spChg chg="mod">
          <ac:chgData name="David Bujeda Maicas" userId="S::dbujmai@upv.edu.es::1218fd7a-844c-42f9-a342-8460c647aec0" providerId="AD" clId="Web-{372CD32A-B3F6-5563-C9A4-7F82D43FB6E6}" dt="2026-05-02T09:10:18.909" v="101" actId="20577"/>
          <ac:spMkLst>
            <pc:docMk/>
            <pc:sldMk cId="1602429754" sldId="312"/>
            <ac:spMk id="16" creationId="{8D7216DB-1AFB-BF90-74A7-117DAA444647}"/>
          </ac:spMkLst>
        </pc:spChg>
      </pc:sldChg>
      <pc:sldChg chg="modSp">
        <pc:chgData name="David Bujeda Maicas" userId="S::dbujmai@upv.edu.es::1218fd7a-844c-42f9-a342-8460c647aec0" providerId="AD" clId="Web-{372CD32A-B3F6-5563-C9A4-7F82D43FB6E6}" dt="2026-05-02T09:08:02.920" v="99" actId="20577"/>
        <pc:sldMkLst>
          <pc:docMk/>
          <pc:sldMk cId="1793670432" sldId="318"/>
        </pc:sldMkLst>
        <pc:spChg chg="mod">
          <ac:chgData name="David Bujeda Maicas" userId="S::dbujmai@upv.edu.es::1218fd7a-844c-42f9-a342-8460c647aec0" providerId="AD" clId="Web-{372CD32A-B3F6-5563-C9A4-7F82D43FB6E6}" dt="2026-05-02T09:08:02.920" v="99" actId="20577"/>
          <ac:spMkLst>
            <pc:docMk/>
            <pc:sldMk cId="1793670432" sldId="318"/>
            <ac:spMk id="2" creationId="{1671473A-C021-AEC1-90FF-B268BC4E5D45}"/>
          </ac:spMkLst>
        </pc:spChg>
      </pc:sldChg>
    </pc:docChg>
  </pc:docChgLst>
  <pc:docChgLst>
    <pc:chgData name="Alexia Ruiz Rocamora" userId="103ef104-b4e4-48c1-b8e3-6388a924cd7a" providerId="ADAL" clId="{4576E0F9-38BE-4DD8-8AC3-520E4AD486A4}"/>
    <pc:docChg chg="undo custSel addSld delSld modSld sldOrd">
      <pc:chgData name="Alexia Ruiz Rocamora" userId="103ef104-b4e4-48c1-b8e3-6388a924cd7a" providerId="ADAL" clId="{4576E0F9-38BE-4DD8-8AC3-520E4AD486A4}" dt="2026-05-02T09:14:50.109" v="3896" actId="20577"/>
      <pc:docMkLst>
        <pc:docMk/>
      </pc:docMkLst>
      <pc:sldChg chg="addSp delSp modSp mod">
        <pc:chgData name="Alexia Ruiz Rocamora" userId="103ef104-b4e4-48c1-b8e3-6388a924cd7a" providerId="ADAL" clId="{4576E0F9-38BE-4DD8-8AC3-520E4AD486A4}" dt="2026-05-02T09:12:55.691" v="3880" actId="20577"/>
        <pc:sldMkLst>
          <pc:docMk/>
          <pc:sldMk cId="179796361" sldId="290"/>
        </pc:sldMkLst>
        <pc:spChg chg="mod">
          <ac:chgData name="Alexia Ruiz Rocamora" userId="103ef104-b4e4-48c1-b8e3-6388a924cd7a" providerId="ADAL" clId="{4576E0F9-38BE-4DD8-8AC3-520E4AD486A4}" dt="2026-05-02T09:12:55.691" v="3880" actId="20577"/>
          <ac:spMkLst>
            <pc:docMk/>
            <pc:sldMk cId="179796361" sldId="290"/>
            <ac:spMk id="2" creationId="{D0F8CF3B-B920-DBFC-F825-0C87B51EADA7}"/>
          </ac:spMkLst>
        </pc:spChg>
        <pc:graphicFrameChg chg="add mod">
          <ac:chgData name="Alexia Ruiz Rocamora" userId="103ef104-b4e4-48c1-b8e3-6388a924cd7a" providerId="ADAL" clId="{4576E0F9-38BE-4DD8-8AC3-520E4AD486A4}" dt="2026-05-01T17:28:19.521" v="3252" actId="1076"/>
          <ac:graphicFrameMkLst>
            <pc:docMk/>
            <pc:sldMk cId="179796361" sldId="290"/>
            <ac:graphicFrameMk id="15" creationId="{6BD0F0AF-A3D9-BB74-99D9-4C9D5CDB2980}"/>
          </ac:graphicFrameMkLst>
        </pc:graphicFrameChg>
        <pc:picChg chg="add mod">
          <ac:chgData name="Alexia Ruiz Rocamora" userId="103ef104-b4e4-48c1-b8e3-6388a924cd7a" providerId="ADAL" clId="{4576E0F9-38BE-4DD8-8AC3-520E4AD486A4}" dt="2026-04-27T18:10:36.234" v="110" actId="14100"/>
          <ac:picMkLst>
            <pc:docMk/>
            <pc:sldMk cId="179796361" sldId="290"/>
            <ac:picMk id="10" creationId="{4C4A4540-0BF1-ED87-EE74-14D4B4F2E54D}"/>
          </ac:picMkLst>
        </pc:picChg>
        <pc:picChg chg="add del mod">
          <ac:chgData name="Alexia Ruiz Rocamora" userId="103ef104-b4e4-48c1-b8e3-6388a924cd7a" providerId="ADAL" clId="{4576E0F9-38BE-4DD8-8AC3-520E4AD486A4}" dt="2026-05-01T17:24:32.213" v="3243" actId="478"/>
          <ac:picMkLst>
            <pc:docMk/>
            <pc:sldMk cId="179796361" sldId="290"/>
            <ac:picMk id="11" creationId="{C732B512-7507-EFBA-E8A0-25C5FE813B27}"/>
          </ac:picMkLst>
        </pc:picChg>
        <pc:picChg chg="add del mod">
          <ac:chgData name="Alexia Ruiz Rocamora" userId="103ef104-b4e4-48c1-b8e3-6388a924cd7a" providerId="ADAL" clId="{4576E0F9-38BE-4DD8-8AC3-520E4AD486A4}" dt="2026-05-01T17:23:13.034" v="3240" actId="478"/>
          <ac:picMkLst>
            <pc:docMk/>
            <pc:sldMk cId="179796361" sldId="290"/>
            <ac:picMk id="12" creationId="{988DFFD6-1182-AB51-8235-795B497543F9}"/>
          </ac:picMkLst>
        </pc:picChg>
        <pc:picChg chg="add mod">
          <ac:chgData name="Alexia Ruiz Rocamora" userId="103ef104-b4e4-48c1-b8e3-6388a924cd7a" providerId="ADAL" clId="{4576E0F9-38BE-4DD8-8AC3-520E4AD486A4}" dt="2026-05-01T17:24:43.095" v="3248" actId="1076"/>
          <ac:picMkLst>
            <pc:docMk/>
            <pc:sldMk cId="179796361" sldId="290"/>
            <ac:picMk id="14" creationId="{FA26ACFD-4B45-15E1-E76C-9228F023F499}"/>
          </ac:picMkLst>
        </pc:picChg>
      </pc:sldChg>
      <pc:sldChg chg="addSp delSp modSp mod">
        <pc:chgData name="Alexia Ruiz Rocamora" userId="103ef104-b4e4-48c1-b8e3-6388a924cd7a" providerId="ADAL" clId="{4576E0F9-38BE-4DD8-8AC3-520E4AD486A4}" dt="2026-05-02T09:09:04.609" v="3813" actId="20577"/>
        <pc:sldMkLst>
          <pc:docMk/>
          <pc:sldMk cId="3712356003" sldId="291"/>
        </pc:sldMkLst>
        <pc:spChg chg="mod">
          <ac:chgData name="Alexia Ruiz Rocamora" userId="103ef104-b4e4-48c1-b8e3-6388a924cd7a" providerId="ADAL" clId="{4576E0F9-38BE-4DD8-8AC3-520E4AD486A4}" dt="2026-05-02T09:09:04.609" v="3813" actId="20577"/>
          <ac:spMkLst>
            <pc:docMk/>
            <pc:sldMk cId="3712356003" sldId="291"/>
            <ac:spMk id="2" creationId="{CA5F0FDF-2A95-453B-4ECA-AEB637FF2694}"/>
          </ac:spMkLst>
        </pc:spChg>
        <pc:picChg chg="add mod">
          <ac:chgData name="Alexia Ruiz Rocamora" userId="103ef104-b4e4-48c1-b8e3-6388a924cd7a" providerId="ADAL" clId="{4576E0F9-38BE-4DD8-8AC3-520E4AD486A4}" dt="2026-05-01T16:28:00.597" v="1167" actId="1076"/>
          <ac:picMkLst>
            <pc:docMk/>
            <pc:sldMk cId="3712356003" sldId="291"/>
            <ac:picMk id="7" creationId="{9F912081-0A7C-824A-E95F-F55DF6841F31}"/>
          </ac:picMkLst>
        </pc:picChg>
        <pc:picChg chg="add mod">
          <ac:chgData name="Alexia Ruiz Rocamora" userId="103ef104-b4e4-48c1-b8e3-6388a924cd7a" providerId="ADAL" clId="{4576E0F9-38BE-4DD8-8AC3-520E4AD486A4}" dt="2026-04-28T17:52:34.492" v="389" actId="1076"/>
          <ac:picMkLst>
            <pc:docMk/>
            <pc:sldMk cId="3712356003" sldId="291"/>
            <ac:picMk id="8" creationId="{C8A047D6-92C4-03CE-A43D-B9A0678CDE8D}"/>
          </ac:picMkLst>
        </pc:picChg>
      </pc:sldChg>
      <pc:sldChg chg="addSp delSp modSp mod">
        <pc:chgData name="Alexia Ruiz Rocamora" userId="103ef104-b4e4-48c1-b8e3-6388a924cd7a" providerId="ADAL" clId="{4576E0F9-38BE-4DD8-8AC3-520E4AD486A4}" dt="2026-05-02T09:14:13.794" v="3895" actId="20577"/>
        <pc:sldMkLst>
          <pc:docMk/>
          <pc:sldMk cId="955145640" sldId="292"/>
        </pc:sldMkLst>
        <pc:spChg chg="mod">
          <ac:chgData name="Alexia Ruiz Rocamora" userId="103ef104-b4e4-48c1-b8e3-6388a924cd7a" providerId="ADAL" clId="{4576E0F9-38BE-4DD8-8AC3-520E4AD486A4}" dt="2026-05-02T09:14:13.794" v="3895" actId="20577"/>
          <ac:spMkLst>
            <pc:docMk/>
            <pc:sldMk cId="955145640" sldId="292"/>
            <ac:spMk id="2" creationId="{82A62DD6-5488-72A1-9926-0CAEE59089A9}"/>
          </ac:spMkLst>
        </pc:spChg>
        <pc:graphicFrameChg chg="add mod">
          <ac:chgData name="Alexia Ruiz Rocamora" userId="103ef104-b4e4-48c1-b8e3-6388a924cd7a" providerId="ADAL" clId="{4576E0F9-38BE-4DD8-8AC3-520E4AD486A4}" dt="2026-05-02T08:35:13.636" v="3510" actId="1076"/>
          <ac:graphicFrameMkLst>
            <pc:docMk/>
            <pc:sldMk cId="955145640" sldId="292"/>
            <ac:graphicFrameMk id="7" creationId="{07E70075-14E9-E672-21EB-69618A2422B5}"/>
          </ac:graphicFrameMkLst>
        </pc:graphicFrameChg>
        <pc:graphicFrameChg chg="add mod">
          <ac:chgData name="Alexia Ruiz Rocamora" userId="103ef104-b4e4-48c1-b8e3-6388a924cd7a" providerId="ADAL" clId="{4576E0F9-38BE-4DD8-8AC3-520E4AD486A4}" dt="2026-05-02T08:45:20.091" v="3511"/>
          <ac:graphicFrameMkLst>
            <pc:docMk/>
            <pc:sldMk cId="955145640" sldId="292"/>
            <ac:graphicFrameMk id="8" creationId="{AF5D727A-72E6-F8A5-7FFB-0C71C59AD84F}"/>
          </ac:graphicFrameMkLst>
        </pc:graphicFrameChg>
        <pc:picChg chg="add mod">
          <ac:chgData name="Alexia Ruiz Rocamora" userId="103ef104-b4e4-48c1-b8e3-6388a924cd7a" providerId="ADAL" clId="{4576E0F9-38BE-4DD8-8AC3-520E4AD486A4}" dt="2026-05-02T08:24:11.171" v="3508" actId="1076"/>
          <ac:picMkLst>
            <pc:docMk/>
            <pc:sldMk cId="955145640" sldId="292"/>
            <ac:picMk id="11" creationId="{77549114-3B06-9EB8-F28F-9865E88559B7}"/>
          </ac:picMkLst>
        </pc:picChg>
        <pc:picChg chg="add mod">
          <ac:chgData name="Alexia Ruiz Rocamora" userId="103ef104-b4e4-48c1-b8e3-6388a924cd7a" providerId="ADAL" clId="{4576E0F9-38BE-4DD8-8AC3-520E4AD486A4}" dt="2026-04-30T10:47:14.061" v="423" actId="1076"/>
          <ac:picMkLst>
            <pc:docMk/>
            <pc:sldMk cId="955145640" sldId="292"/>
            <ac:picMk id="14" creationId="{FC6E4A1D-B854-BC7A-8D72-6F53C6A9EF4A}"/>
          </ac:picMkLst>
        </pc:picChg>
      </pc:sldChg>
      <pc:sldChg chg="modSp mod">
        <pc:chgData name="Alexia Ruiz Rocamora" userId="103ef104-b4e4-48c1-b8e3-6388a924cd7a" providerId="ADAL" clId="{4576E0F9-38BE-4DD8-8AC3-520E4AD486A4}" dt="2026-05-01T16:52:31.201" v="1844" actId="20577"/>
        <pc:sldMkLst>
          <pc:docMk/>
          <pc:sldMk cId="2815679427" sldId="294"/>
        </pc:sldMkLst>
        <pc:spChg chg="mod">
          <ac:chgData name="Alexia Ruiz Rocamora" userId="103ef104-b4e4-48c1-b8e3-6388a924cd7a" providerId="ADAL" clId="{4576E0F9-38BE-4DD8-8AC3-520E4AD486A4}" dt="2026-05-01T16:52:31.201" v="1844" actId="20577"/>
          <ac:spMkLst>
            <pc:docMk/>
            <pc:sldMk cId="2815679427" sldId="294"/>
            <ac:spMk id="2" creationId="{B5029729-ADF3-3B30-4FF9-83BE1DB82BD7}"/>
          </ac:spMkLst>
        </pc:spChg>
        <pc:spChg chg="mod">
          <ac:chgData name="Alexia Ruiz Rocamora" userId="103ef104-b4e4-48c1-b8e3-6388a924cd7a" providerId="ADAL" clId="{4576E0F9-38BE-4DD8-8AC3-520E4AD486A4}" dt="2026-05-01T16:50:20.663" v="1531" actId="14100"/>
          <ac:spMkLst>
            <pc:docMk/>
            <pc:sldMk cId="2815679427" sldId="294"/>
            <ac:spMk id="8" creationId="{0DA14DBA-172E-DA2C-0573-6A00BF18F4A5}"/>
          </ac:spMkLst>
        </pc:spChg>
        <pc:picChg chg="mod">
          <ac:chgData name="Alexia Ruiz Rocamora" userId="103ef104-b4e4-48c1-b8e3-6388a924cd7a" providerId="ADAL" clId="{4576E0F9-38BE-4DD8-8AC3-520E4AD486A4}" dt="2026-04-28T10:32:29.970" v="339" actId="1076"/>
          <ac:picMkLst>
            <pc:docMk/>
            <pc:sldMk cId="2815679427" sldId="294"/>
            <ac:picMk id="9" creationId="{4C82556F-15AC-9579-8E2E-4ADD00CBBA84}"/>
          </ac:picMkLst>
        </pc:picChg>
      </pc:sldChg>
      <pc:sldChg chg="addSp delSp modSp mod">
        <pc:chgData name="Alexia Ruiz Rocamora" userId="103ef104-b4e4-48c1-b8e3-6388a924cd7a" providerId="ADAL" clId="{4576E0F9-38BE-4DD8-8AC3-520E4AD486A4}" dt="2026-05-02T09:13:39.220" v="3884" actId="20577"/>
        <pc:sldMkLst>
          <pc:docMk/>
          <pc:sldMk cId="813558068" sldId="297"/>
        </pc:sldMkLst>
        <pc:spChg chg="mod">
          <ac:chgData name="Alexia Ruiz Rocamora" userId="103ef104-b4e4-48c1-b8e3-6388a924cd7a" providerId="ADAL" clId="{4576E0F9-38BE-4DD8-8AC3-520E4AD486A4}" dt="2026-05-02T09:13:39.220" v="3884" actId="20577"/>
          <ac:spMkLst>
            <pc:docMk/>
            <pc:sldMk cId="813558068" sldId="297"/>
            <ac:spMk id="2" creationId="{181326FD-308E-2C47-D5D2-57B3357241AA}"/>
          </ac:spMkLst>
        </pc:spChg>
        <pc:graphicFrameChg chg="add mod">
          <ac:chgData name="Alexia Ruiz Rocamora" userId="103ef104-b4e4-48c1-b8e3-6388a924cd7a" providerId="ADAL" clId="{4576E0F9-38BE-4DD8-8AC3-520E4AD486A4}" dt="2026-05-02T08:15:59.049" v="3507"/>
          <ac:graphicFrameMkLst>
            <pc:docMk/>
            <pc:sldMk cId="813558068" sldId="297"/>
            <ac:graphicFrameMk id="4" creationId="{AF852A57-2EFC-934D-1F9F-426A08301964}"/>
          </ac:graphicFrameMkLst>
        </pc:graphicFrameChg>
        <pc:picChg chg="add mod">
          <ac:chgData name="Alexia Ruiz Rocamora" userId="103ef104-b4e4-48c1-b8e3-6388a924cd7a" providerId="ADAL" clId="{4576E0F9-38BE-4DD8-8AC3-520E4AD486A4}" dt="2026-04-27T18:10:45.703" v="111" actId="1076"/>
          <ac:picMkLst>
            <pc:docMk/>
            <pc:sldMk cId="813558068" sldId="297"/>
            <ac:picMk id="10" creationId="{513C5BB0-0029-DB00-44E6-2F93775F7306}"/>
          </ac:picMkLst>
        </pc:picChg>
        <pc:picChg chg="add mod">
          <ac:chgData name="Alexia Ruiz Rocamora" userId="103ef104-b4e4-48c1-b8e3-6388a924cd7a" providerId="ADAL" clId="{4576E0F9-38BE-4DD8-8AC3-520E4AD486A4}" dt="2026-04-30T10:31:11.354" v="410" actId="1076"/>
          <ac:picMkLst>
            <pc:docMk/>
            <pc:sldMk cId="813558068" sldId="297"/>
            <ac:picMk id="11" creationId="{B07CE155-4D5A-D82C-33C7-EB05E7853076}"/>
          </ac:picMkLst>
        </pc:picChg>
      </pc:sldChg>
      <pc:sldChg chg="addSp delSp modSp mod">
        <pc:chgData name="Alexia Ruiz Rocamora" userId="103ef104-b4e4-48c1-b8e3-6388a924cd7a" providerId="ADAL" clId="{4576E0F9-38BE-4DD8-8AC3-520E4AD486A4}" dt="2026-05-02T09:14:50.109" v="3896" actId="20577"/>
        <pc:sldMkLst>
          <pc:docMk/>
          <pc:sldMk cId="535939439" sldId="298"/>
        </pc:sldMkLst>
        <pc:spChg chg="mod">
          <ac:chgData name="Alexia Ruiz Rocamora" userId="103ef104-b4e4-48c1-b8e3-6388a924cd7a" providerId="ADAL" clId="{4576E0F9-38BE-4DD8-8AC3-520E4AD486A4}" dt="2026-05-02T09:14:50.109" v="3896" actId="20577"/>
          <ac:spMkLst>
            <pc:docMk/>
            <pc:sldMk cId="535939439" sldId="298"/>
            <ac:spMk id="2" creationId="{8D88CB07-C5F5-9BB7-9F41-E171F0F0E2B9}"/>
          </ac:spMkLst>
        </pc:spChg>
        <pc:graphicFrameChg chg="add mod">
          <ac:chgData name="Alexia Ruiz Rocamora" userId="103ef104-b4e4-48c1-b8e3-6388a924cd7a" providerId="ADAL" clId="{4576E0F9-38BE-4DD8-8AC3-520E4AD486A4}" dt="2026-05-02T08:58:50.313" v="3701"/>
          <ac:graphicFrameMkLst>
            <pc:docMk/>
            <pc:sldMk cId="535939439" sldId="298"/>
            <ac:graphicFrameMk id="6" creationId="{605AE11B-20AF-37B1-3BA2-4CB5B8073DD7}"/>
          </ac:graphicFrameMkLst>
        </pc:graphicFrameChg>
        <pc:picChg chg="add mod">
          <ac:chgData name="Alexia Ruiz Rocamora" userId="103ef104-b4e4-48c1-b8e3-6388a924cd7a" providerId="ADAL" clId="{4576E0F9-38BE-4DD8-8AC3-520E4AD486A4}" dt="2026-04-30T10:58:15.124" v="427" actId="1076"/>
          <ac:picMkLst>
            <pc:docMk/>
            <pc:sldMk cId="535939439" sldId="298"/>
            <ac:picMk id="11" creationId="{DBF9D963-2B74-10F2-3C1B-90C24FCA28D7}"/>
          </ac:picMkLst>
        </pc:picChg>
        <pc:picChg chg="add mod">
          <ac:chgData name="Alexia Ruiz Rocamora" userId="103ef104-b4e4-48c1-b8e3-6388a924cd7a" providerId="ADAL" clId="{4576E0F9-38BE-4DD8-8AC3-520E4AD486A4}" dt="2026-04-30T11:01:38.805" v="437" actId="1076"/>
          <ac:picMkLst>
            <pc:docMk/>
            <pc:sldMk cId="535939439" sldId="298"/>
            <ac:picMk id="17" creationId="{9E98F3FA-9B33-E7B7-473B-CE2C7754C454}"/>
          </ac:picMkLst>
        </pc:picChg>
      </pc:sldChg>
      <pc:sldChg chg="modSp del mod">
        <pc:chgData name="Alexia Ruiz Rocamora" userId="103ef104-b4e4-48c1-b8e3-6388a924cd7a" providerId="ADAL" clId="{4576E0F9-38BE-4DD8-8AC3-520E4AD486A4}" dt="2026-05-02T09:01:11.502" v="3794" actId="47"/>
        <pc:sldMkLst>
          <pc:docMk/>
          <pc:sldMk cId="2685215753" sldId="299"/>
        </pc:sldMkLst>
      </pc:sldChg>
      <pc:sldChg chg="del">
        <pc:chgData name="Alexia Ruiz Rocamora" userId="103ef104-b4e4-48c1-b8e3-6388a924cd7a" providerId="ADAL" clId="{4576E0F9-38BE-4DD8-8AC3-520E4AD486A4}" dt="2026-05-02T09:01:09.710" v="3793" actId="47"/>
        <pc:sldMkLst>
          <pc:docMk/>
          <pc:sldMk cId="1023731220" sldId="300"/>
        </pc:sldMkLst>
      </pc:sldChg>
      <pc:sldChg chg="addSp modSp mod">
        <pc:chgData name="Alexia Ruiz Rocamora" userId="103ef104-b4e4-48c1-b8e3-6388a924cd7a" providerId="ADAL" clId="{4576E0F9-38BE-4DD8-8AC3-520E4AD486A4}" dt="2026-05-02T09:12:29.530" v="3870" actId="20577"/>
        <pc:sldMkLst>
          <pc:docMk/>
          <pc:sldMk cId="699864314" sldId="301"/>
        </pc:sldMkLst>
        <pc:spChg chg="mod">
          <ac:chgData name="Alexia Ruiz Rocamora" userId="103ef104-b4e4-48c1-b8e3-6388a924cd7a" providerId="ADAL" clId="{4576E0F9-38BE-4DD8-8AC3-520E4AD486A4}" dt="2026-05-02T09:12:29.530" v="3870" actId="20577"/>
          <ac:spMkLst>
            <pc:docMk/>
            <pc:sldMk cId="699864314" sldId="301"/>
            <ac:spMk id="2" creationId="{42D73A2E-0E5A-8A39-6B70-F9E94D6DBB70}"/>
          </ac:spMkLst>
        </pc:spChg>
        <pc:spChg chg="add mod">
          <ac:chgData name="Alexia Ruiz Rocamora" userId="103ef104-b4e4-48c1-b8e3-6388a924cd7a" providerId="ADAL" clId="{4576E0F9-38BE-4DD8-8AC3-520E4AD486A4}" dt="2026-04-28T20:32:55.346" v="405" actId="207"/>
          <ac:spMkLst>
            <pc:docMk/>
            <pc:sldMk cId="699864314" sldId="301"/>
            <ac:spMk id="9" creationId="{1A74C5C1-827A-A634-942B-F744494A8096}"/>
          </ac:spMkLst>
        </pc:spChg>
        <pc:spChg chg="mod">
          <ac:chgData name="Alexia Ruiz Rocamora" userId="103ef104-b4e4-48c1-b8e3-6388a924cd7a" providerId="ADAL" clId="{4576E0F9-38BE-4DD8-8AC3-520E4AD486A4}" dt="2026-04-28T20:32:36.201" v="402" actId="20577"/>
          <ac:spMkLst>
            <pc:docMk/>
            <pc:sldMk cId="699864314" sldId="301"/>
            <ac:spMk id="16" creationId="{1E256546-3103-104D-A87F-78AEBE5D595E}"/>
          </ac:spMkLst>
        </pc:spChg>
        <pc:picChg chg="add mod">
          <ac:chgData name="Alexia Ruiz Rocamora" userId="103ef104-b4e4-48c1-b8e3-6388a924cd7a" providerId="ADAL" clId="{4576E0F9-38BE-4DD8-8AC3-520E4AD486A4}" dt="2026-04-28T20:32:33.722" v="400" actId="1076"/>
          <ac:picMkLst>
            <pc:docMk/>
            <pc:sldMk cId="699864314" sldId="301"/>
            <ac:picMk id="5" creationId="{88545039-967F-00FE-90C6-4E670B8C33CA}"/>
          </ac:picMkLst>
        </pc:picChg>
      </pc:sldChg>
      <pc:sldChg chg="addSp modSp mod">
        <pc:chgData name="Alexia Ruiz Rocamora" userId="103ef104-b4e4-48c1-b8e3-6388a924cd7a" providerId="ADAL" clId="{4576E0F9-38BE-4DD8-8AC3-520E4AD486A4}" dt="2026-05-02T09:06:48.243" v="3803" actId="20577"/>
        <pc:sldMkLst>
          <pc:docMk/>
          <pc:sldMk cId="3663624071" sldId="302"/>
        </pc:sldMkLst>
        <pc:spChg chg="mod">
          <ac:chgData name="Alexia Ruiz Rocamora" userId="103ef104-b4e4-48c1-b8e3-6388a924cd7a" providerId="ADAL" clId="{4576E0F9-38BE-4DD8-8AC3-520E4AD486A4}" dt="2026-05-02T09:06:48.243" v="3803" actId="20577"/>
          <ac:spMkLst>
            <pc:docMk/>
            <pc:sldMk cId="3663624071" sldId="302"/>
            <ac:spMk id="2" creationId="{CA5F0FDF-2A95-453B-4ECA-AEB637FF2694}"/>
          </ac:spMkLst>
        </pc:spChg>
        <pc:picChg chg="add mod">
          <ac:chgData name="Alexia Ruiz Rocamora" userId="103ef104-b4e4-48c1-b8e3-6388a924cd7a" providerId="ADAL" clId="{4576E0F9-38BE-4DD8-8AC3-520E4AD486A4}" dt="2026-05-01T15:29:18.722" v="454" actId="1076"/>
          <ac:picMkLst>
            <pc:docMk/>
            <pc:sldMk cId="3663624071" sldId="302"/>
            <ac:picMk id="5" creationId="{F2EE2CA0-B428-D6A5-8378-FDC992767BEE}"/>
          </ac:picMkLst>
        </pc:picChg>
      </pc:sldChg>
      <pc:sldChg chg="modSp mod">
        <pc:chgData name="Alexia Ruiz Rocamora" userId="103ef104-b4e4-48c1-b8e3-6388a924cd7a" providerId="ADAL" clId="{4576E0F9-38BE-4DD8-8AC3-520E4AD486A4}" dt="2026-05-01T15:59:14.516" v="963" actId="1076"/>
        <pc:sldMkLst>
          <pc:docMk/>
          <pc:sldMk cId="1558326841" sldId="303"/>
        </pc:sldMkLst>
        <pc:spChg chg="mod">
          <ac:chgData name="Alexia Ruiz Rocamora" userId="103ef104-b4e4-48c1-b8e3-6388a924cd7a" providerId="ADAL" clId="{4576E0F9-38BE-4DD8-8AC3-520E4AD486A4}" dt="2026-05-01T15:59:14.516" v="963" actId="1076"/>
          <ac:spMkLst>
            <pc:docMk/>
            <pc:sldMk cId="1558326841" sldId="303"/>
            <ac:spMk id="5" creationId="{7570928C-9ABE-AFE0-008D-3FA4CE15FB68}"/>
          </ac:spMkLst>
        </pc:spChg>
      </pc:sldChg>
      <pc:sldChg chg="modSp mod">
        <pc:chgData name="Alexia Ruiz Rocamora" userId="103ef104-b4e4-48c1-b8e3-6388a924cd7a" providerId="ADAL" clId="{4576E0F9-38BE-4DD8-8AC3-520E4AD486A4}" dt="2026-05-01T15:55:17.600" v="960" actId="14100"/>
        <pc:sldMkLst>
          <pc:docMk/>
          <pc:sldMk cId="1926450432" sldId="306"/>
        </pc:sldMkLst>
        <pc:spChg chg="mod">
          <ac:chgData name="Alexia Ruiz Rocamora" userId="103ef104-b4e4-48c1-b8e3-6388a924cd7a" providerId="ADAL" clId="{4576E0F9-38BE-4DD8-8AC3-520E4AD486A4}" dt="2026-05-01T15:55:17.600" v="960" actId="14100"/>
          <ac:spMkLst>
            <pc:docMk/>
            <pc:sldMk cId="1926450432" sldId="306"/>
            <ac:spMk id="6" creationId="{0DA5FD67-BE2E-301C-9DFA-A01637BFFC7B}"/>
          </ac:spMkLst>
        </pc:spChg>
      </pc:sldChg>
      <pc:sldChg chg="modSp mod">
        <pc:chgData name="Alexia Ruiz Rocamora" userId="103ef104-b4e4-48c1-b8e3-6388a924cd7a" providerId="ADAL" clId="{4576E0F9-38BE-4DD8-8AC3-520E4AD486A4}" dt="2026-05-01T15:55:27.781" v="961" actId="14100"/>
        <pc:sldMkLst>
          <pc:docMk/>
          <pc:sldMk cId="2269622420" sldId="307"/>
        </pc:sldMkLst>
        <pc:spChg chg="mod">
          <ac:chgData name="Alexia Ruiz Rocamora" userId="103ef104-b4e4-48c1-b8e3-6388a924cd7a" providerId="ADAL" clId="{4576E0F9-38BE-4DD8-8AC3-520E4AD486A4}" dt="2026-05-01T15:55:27.781" v="961" actId="14100"/>
          <ac:spMkLst>
            <pc:docMk/>
            <pc:sldMk cId="2269622420" sldId="307"/>
            <ac:spMk id="6" creationId="{854AE7F6-3A69-ED56-DEB4-F57CBCC12DA0}"/>
          </ac:spMkLst>
        </pc:spChg>
      </pc:sldChg>
      <pc:sldChg chg="modSp mod">
        <pc:chgData name="Alexia Ruiz Rocamora" userId="103ef104-b4e4-48c1-b8e3-6388a924cd7a" providerId="ADAL" clId="{4576E0F9-38BE-4DD8-8AC3-520E4AD486A4}" dt="2026-05-01T15:55:36.788" v="962" actId="1076"/>
        <pc:sldMkLst>
          <pc:docMk/>
          <pc:sldMk cId="3616649304" sldId="309"/>
        </pc:sldMkLst>
        <pc:picChg chg="mod">
          <ac:chgData name="Alexia Ruiz Rocamora" userId="103ef104-b4e4-48c1-b8e3-6388a924cd7a" providerId="ADAL" clId="{4576E0F9-38BE-4DD8-8AC3-520E4AD486A4}" dt="2026-05-01T15:55:36.788" v="962" actId="1076"/>
          <ac:picMkLst>
            <pc:docMk/>
            <pc:sldMk cId="3616649304" sldId="309"/>
            <ac:picMk id="9" creationId="{EB6D7B74-2143-FBE8-3AD4-A271AF36053D}"/>
          </ac:picMkLst>
        </pc:picChg>
      </pc:sldChg>
      <pc:sldChg chg="del">
        <pc:chgData name="Alexia Ruiz Rocamora" userId="103ef104-b4e4-48c1-b8e3-6388a924cd7a" providerId="ADAL" clId="{4576E0F9-38BE-4DD8-8AC3-520E4AD486A4}" dt="2026-05-01T16:39:33.443" v="1485" actId="47"/>
        <pc:sldMkLst>
          <pc:docMk/>
          <pc:sldMk cId="1695448218" sldId="310"/>
        </pc:sldMkLst>
      </pc:sldChg>
      <pc:sldChg chg="del">
        <pc:chgData name="Alexia Ruiz Rocamora" userId="103ef104-b4e4-48c1-b8e3-6388a924cd7a" providerId="ADAL" clId="{4576E0F9-38BE-4DD8-8AC3-520E4AD486A4}" dt="2026-05-01T16:39:35.095" v="1486" actId="47"/>
        <pc:sldMkLst>
          <pc:docMk/>
          <pc:sldMk cId="1927762138" sldId="311"/>
        </pc:sldMkLst>
      </pc:sldChg>
      <pc:sldChg chg="addSp modSp mod ord">
        <pc:chgData name="Alexia Ruiz Rocamora" userId="103ef104-b4e4-48c1-b8e3-6388a924cd7a" providerId="ADAL" clId="{4576E0F9-38BE-4DD8-8AC3-520E4AD486A4}" dt="2026-05-01T16:47:16.908" v="1489"/>
        <pc:sldMkLst>
          <pc:docMk/>
          <pc:sldMk cId="1602429754" sldId="312"/>
        </pc:sldMkLst>
        <pc:spChg chg="add mod">
          <ac:chgData name="Alexia Ruiz Rocamora" userId="103ef104-b4e4-48c1-b8e3-6388a924cd7a" providerId="ADAL" clId="{4576E0F9-38BE-4DD8-8AC3-520E4AD486A4}" dt="2026-05-01T16:37:23.524" v="1456" actId="20577"/>
          <ac:spMkLst>
            <pc:docMk/>
            <pc:sldMk cId="1602429754" sldId="312"/>
            <ac:spMk id="2" creationId="{7C5B1F3B-4E45-F411-7E96-994364BB011A}"/>
          </ac:spMkLst>
        </pc:spChg>
        <pc:spChg chg="add mod">
          <ac:chgData name="Alexia Ruiz Rocamora" userId="103ef104-b4e4-48c1-b8e3-6388a924cd7a" providerId="ADAL" clId="{4576E0F9-38BE-4DD8-8AC3-520E4AD486A4}" dt="2026-05-01T16:37:59.313" v="1472" actId="20577"/>
          <ac:spMkLst>
            <pc:docMk/>
            <pc:sldMk cId="1602429754" sldId="312"/>
            <ac:spMk id="6" creationId="{FA532113-0DEE-BEBA-0ECA-6C883CD845D9}"/>
          </ac:spMkLst>
        </pc:spChg>
        <pc:spChg chg="add mod">
          <ac:chgData name="Alexia Ruiz Rocamora" userId="103ef104-b4e4-48c1-b8e3-6388a924cd7a" providerId="ADAL" clId="{4576E0F9-38BE-4DD8-8AC3-520E4AD486A4}" dt="2026-05-01T16:38:28.405" v="1484" actId="20577"/>
          <ac:spMkLst>
            <pc:docMk/>
            <pc:sldMk cId="1602429754" sldId="312"/>
            <ac:spMk id="10" creationId="{1CC41EB5-514B-8F42-9A0C-75A5A1EEF99A}"/>
          </ac:spMkLst>
        </pc:spChg>
        <pc:graphicFrameChg chg="add mod">
          <ac:chgData name="Alexia Ruiz Rocamora" userId="103ef104-b4e4-48c1-b8e3-6388a924cd7a" providerId="ADAL" clId="{4576E0F9-38BE-4DD8-8AC3-520E4AD486A4}" dt="2026-05-01T16:44:22.077" v="1488" actId="1076"/>
          <ac:graphicFrameMkLst>
            <pc:docMk/>
            <pc:sldMk cId="1602429754" sldId="312"/>
            <ac:graphicFrameMk id="13" creationId="{E1398441-A961-697C-D723-9AE80F2C92A3}"/>
          </ac:graphicFrameMkLst>
        </pc:graphicFrameChg>
        <pc:graphicFrameChg chg="add mod">
          <ac:chgData name="Alexia Ruiz Rocamora" userId="103ef104-b4e4-48c1-b8e3-6388a924cd7a" providerId="ADAL" clId="{4576E0F9-38BE-4DD8-8AC3-520E4AD486A4}" dt="2026-05-01T16:47:16.908" v="1489"/>
          <ac:graphicFrameMkLst>
            <pc:docMk/>
            <pc:sldMk cId="1602429754" sldId="312"/>
            <ac:graphicFrameMk id="15" creationId="{F5A07856-270F-BDA3-B7D3-D3E714385C35}"/>
          </ac:graphicFrameMkLst>
        </pc:graphicFrameChg>
      </pc:sldChg>
      <pc:sldChg chg="addSp delSp modSp add mod">
        <pc:chgData name="Alexia Ruiz Rocamora" userId="103ef104-b4e4-48c1-b8e3-6388a924cd7a" providerId="ADAL" clId="{4576E0F9-38BE-4DD8-8AC3-520E4AD486A4}" dt="2026-05-02T09:10:27.469" v="3814" actId="20577"/>
        <pc:sldMkLst>
          <pc:docMk/>
          <pc:sldMk cId="73622069" sldId="313"/>
        </pc:sldMkLst>
        <pc:spChg chg="mod">
          <ac:chgData name="Alexia Ruiz Rocamora" userId="103ef104-b4e4-48c1-b8e3-6388a924cd7a" providerId="ADAL" clId="{4576E0F9-38BE-4DD8-8AC3-520E4AD486A4}" dt="2026-05-02T09:10:27.469" v="3814" actId="20577"/>
          <ac:spMkLst>
            <pc:docMk/>
            <pc:sldMk cId="73622069" sldId="313"/>
            <ac:spMk id="2" creationId="{5C3DEA18-2959-E223-3638-3340F6EFA92C}"/>
          </ac:spMkLst>
        </pc:spChg>
        <pc:spChg chg="add mod">
          <ac:chgData name="Alexia Ruiz Rocamora" userId="103ef104-b4e4-48c1-b8e3-6388a924cd7a" providerId="ADAL" clId="{4576E0F9-38BE-4DD8-8AC3-520E4AD486A4}" dt="2026-04-28T10:44:55.115" v="348" actId="1076"/>
          <ac:spMkLst>
            <pc:docMk/>
            <pc:sldMk cId="73622069" sldId="313"/>
            <ac:spMk id="5" creationId="{9D1B79DD-CA5B-236A-F7A9-6DC8B54FBFA0}"/>
          </ac:spMkLst>
        </pc:spChg>
        <pc:picChg chg="add mod">
          <ac:chgData name="Alexia Ruiz Rocamora" userId="103ef104-b4e4-48c1-b8e3-6388a924cd7a" providerId="ADAL" clId="{4576E0F9-38BE-4DD8-8AC3-520E4AD486A4}" dt="2026-04-28T10:45:00.923" v="350" actId="1076"/>
          <ac:picMkLst>
            <pc:docMk/>
            <pc:sldMk cId="73622069" sldId="313"/>
            <ac:picMk id="9" creationId="{987F8FC8-1014-3482-75A1-B02FD7FFA074}"/>
          </ac:picMkLst>
        </pc:picChg>
      </pc:sldChg>
      <pc:sldChg chg="addSp delSp modSp add mod">
        <pc:chgData name="Alexia Ruiz Rocamora" userId="103ef104-b4e4-48c1-b8e3-6388a924cd7a" providerId="ADAL" clId="{4576E0F9-38BE-4DD8-8AC3-520E4AD486A4}" dt="2026-05-01T17:03:58.728" v="2399" actId="20577"/>
        <pc:sldMkLst>
          <pc:docMk/>
          <pc:sldMk cId="236852226" sldId="314"/>
        </pc:sldMkLst>
        <pc:spChg chg="mod">
          <ac:chgData name="Alexia Ruiz Rocamora" userId="103ef104-b4e4-48c1-b8e3-6388a924cd7a" providerId="ADAL" clId="{4576E0F9-38BE-4DD8-8AC3-520E4AD486A4}" dt="2026-05-01T17:03:58.728" v="2399" actId="20577"/>
          <ac:spMkLst>
            <pc:docMk/>
            <pc:sldMk cId="236852226" sldId="314"/>
            <ac:spMk id="2" creationId="{77E98271-6147-BE61-E759-F2B86E9337FE}"/>
          </ac:spMkLst>
        </pc:spChg>
        <pc:spChg chg="add mod">
          <ac:chgData name="Alexia Ruiz Rocamora" userId="103ef104-b4e4-48c1-b8e3-6388a924cd7a" providerId="ADAL" clId="{4576E0F9-38BE-4DD8-8AC3-520E4AD486A4}" dt="2026-05-01T16:57:37.833" v="2069" actId="1076"/>
          <ac:spMkLst>
            <pc:docMk/>
            <pc:sldMk cId="236852226" sldId="314"/>
            <ac:spMk id="9" creationId="{0975C155-4FA7-05AE-0C3C-69B8DE03D0B0}"/>
          </ac:spMkLst>
        </pc:spChg>
        <pc:picChg chg="add mod">
          <ac:chgData name="Alexia Ruiz Rocamora" userId="103ef104-b4e4-48c1-b8e3-6388a924cd7a" providerId="ADAL" clId="{4576E0F9-38BE-4DD8-8AC3-520E4AD486A4}" dt="2026-04-28T20:19:47.116" v="395" actId="1076"/>
          <ac:picMkLst>
            <pc:docMk/>
            <pc:sldMk cId="236852226" sldId="314"/>
            <ac:picMk id="5" creationId="{60254550-7D74-A084-EDA1-1928E6410107}"/>
          </ac:picMkLst>
        </pc:picChg>
      </pc:sldChg>
      <pc:sldChg chg="addSp modSp add mod">
        <pc:chgData name="Alexia Ruiz Rocamora" userId="103ef104-b4e4-48c1-b8e3-6388a924cd7a" providerId="ADAL" clId="{4576E0F9-38BE-4DD8-8AC3-520E4AD486A4}" dt="2026-05-01T15:20:40.004" v="448" actId="1076"/>
        <pc:sldMkLst>
          <pc:docMk/>
          <pc:sldMk cId="2456955853" sldId="315"/>
        </pc:sldMkLst>
        <pc:picChg chg="add mod">
          <ac:chgData name="Alexia Ruiz Rocamora" userId="103ef104-b4e4-48c1-b8e3-6388a924cd7a" providerId="ADAL" clId="{4576E0F9-38BE-4DD8-8AC3-520E4AD486A4}" dt="2026-05-01T15:19:56.955" v="440" actId="1076"/>
          <ac:picMkLst>
            <pc:docMk/>
            <pc:sldMk cId="2456955853" sldId="315"/>
            <ac:picMk id="6" creationId="{E62382D7-E5FD-41B4-4845-865D7D5F10AC}"/>
          </ac:picMkLst>
        </pc:picChg>
        <pc:picChg chg="add mod">
          <ac:chgData name="Alexia Ruiz Rocamora" userId="103ef104-b4e4-48c1-b8e3-6388a924cd7a" providerId="ADAL" clId="{4576E0F9-38BE-4DD8-8AC3-520E4AD486A4}" dt="2026-05-01T15:19:59.695" v="442" actId="1076"/>
          <ac:picMkLst>
            <pc:docMk/>
            <pc:sldMk cId="2456955853" sldId="315"/>
            <ac:picMk id="8" creationId="{953A1107-0EF1-3E8B-87E6-0F0A347AC391}"/>
          </ac:picMkLst>
        </pc:picChg>
        <pc:picChg chg="add">
          <ac:chgData name="Alexia Ruiz Rocamora" userId="103ef104-b4e4-48c1-b8e3-6388a924cd7a" providerId="ADAL" clId="{4576E0F9-38BE-4DD8-8AC3-520E4AD486A4}" dt="2026-05-01T15:20:16.669" v="443" actId="22"/>
          <ac:picMkLst>
            <pc:docMk/>
            <pc:sldMk cId="2456955853" sldId="315"/>
            <ac:picMk id="10" creationId="{B9683474-3D5C-0CB7-B6B7-5BDC8A471DDE}"/>
          </ac:picMkLst>
        </pc:picChg>
        <pc:picChg chg="add mod">
          <ac:chgData name="Alexia Ruiz Rocamora" userId="103ef104-b4e4-48c1-b8e3-6388a924cd7a" providerId="ADAL" clId="{4576E0F9-38BE-4DD8-8AC3-520E4AD486A4}" dt="2026-05-01T15:20:28.271" v="445" actId="1076"/>
          <ac:picMkLst>
            <pc:docMk/>
            <pc:sldMk cId="2456955853" sldId="315"/>
            <ac:picMk id="12" creationId="{BF958EDD-450D-8A83-6594-729A05D9EC3C}"/>
          </ac:picMkLst>
        </pc:picChg>
        <pc:picChg chg="add mod">
          <ac:chgData name="Alexia Ruiz Rocamora" userId="103ef104-b4e4-48c1-b8e3-6388a924cd7a" providerId="ADAL" clId="{4576E0F9-38BE-4DD8-8AC3-520E4AD486A4}" dt="2026-05-01T15:20:40.004" v="448" actId="1076"/>
          <ac:picMkLst>
            <pc:docMk/>
            <pc:sldMk cId="2456955853" sldId="315"/>
            <ac:picMk id="14" creationId="{6732F710-6152-EDD9-67CC-232FD2D45768}"/>
          </ac:picMkLst>
        </pc:picChg>
      </pc:sldChg>
      <pc:sldChg chg="addSp modSp mod">
        <pc:chgData name="Alexia Ruiz Rocamora" userId="103ef104-b4e4-48c1-b8e3-6388a924cd7a" providerId="ADAL" clId="{4576E0F9-38BE-4DD8-8AC3-520E4AD486A4}" dt="2026-05-01T15:50:58.184" v="957" actId="1076"/>
        <pc:sldMkLst>
          <pc:docMk/>
          <pc:sldMk cId="1801328247" sldId="316"/>
        </pc:sldMkLst>
        <pc:spChg chg="mod">
          <ac:chgData name="Alexia Ruiz Rocamora" userId="103ef104-b4e4-48c1-b8e3-6388a924cd7a" providerId="ADAL" clId="{4576E0F9-38BE-4DD8-8AC3-520E4AD486A4}" dt="2026-05-01T15:36:10.190" v="513" actId="20577"/>
          <ac:spMkLst>
            <pc:docMk/>
            <pc:sldMk cId="1801328247" sldId="316"/>
            <ac:spMk id="2" creationId="{E4F19DB7-4975-742E-C0A3-E1AB091CBB2C}"/>
          </ac:spMkLst>
        </pc:spChg>
        <pc:graphicFrameChg chg="add mod">
          <ac:chgData name="Alexia Ruiz Rocamora" userId="103ef104-b4e4-48c1-b8e3-6388a924cd7a" providerId="ADAL" clId="{4576E0F9-38BE-4DD8-8AC3-520E4AD486A4}" dt="2026-05-01T15:50:29.885" v="953" actId="1076"/>
          <ac:graphicFrameMkLst>
            <pc:docMk/>
            <pc:sldMk cId="1801328247" sldId="316"/>
            <ac:graphicFrameMk id="4" creationId="{8ED80FAB-1174-92F7-5CEC-37822536A264}"/>
          </ac:graphicFrameMkLst>
        </pc:graphicFrameChg>
        <pc:graphicFrameChg chg="add mod modGraphic">
          <ac:chgData name="Alexia Ruiz Rocamora" userId="103ef104-b4e4-48c1-b8e3-6388a924cd7a" providerId="ADAL" clId="{4576E0F9-38BE-4DD8-8AC3-520E4AD486A4}" dt="2026-05-01T15:50:58.184" v="957" actId="1076"/>
          <ac:graphicFrameMkLst>
            <pc:docMk/>
            <pc:sldMk cId="1801328247" sldId="316"/>
            <ac:graphicFrameMk id="9" creationId="{1B4C8D15-94B7-F219-086B-A912F5A301F6}"/>
          </ac:graphicFrameMkLst>
        </pc:graphicFrameChg>
      </pc:sldChg>
      <pc:sldChg chg="addSp modSp mod">
        <pc:chgData name="Alexia Ruiz Rocamora" userId="103ef104-b4e4-48c1-b8e3-6388a924cd7a" providerId="ADAL" clId="{4576E0F9-38BE-4DD8-8AC3-520E4AD486A4}" dt="2026-05-01T15:52:56.818" v="959"/>
        <pc:sldMkLst>
          <pc:docMk/>
          <pc:sldMk cId="3108282781" sldId="317"/>
        </pc:sldMkLst>
        <pc:spChg chg="mod">
          <ac:chgData name="Alexia Ruiz Rocamora" userId="103ef104-b4e4-48c1-b8e3-6388a924cd7a" providerId="ADAL" clId="{4576E0F9-38BE-4DD8-8AC3-520E4AD486A4}" dt="2026-05-01T15:52:56.318" v="958" actId="20577"/>
          <ac:spMkLst>
            <pc:docMk/>
            <pc:sldMk cId="3108282781" sldId="317"/>
            <ac:spMk id="2" creationId="{7D4E9375-82D3-9D58-A8EE-3A799DD90320}"/>
          </ac:spMkLst>
        </pc:spChg>
        <pc:graphicFrameChg chg="add mod">
          <ac:chgData name="Alexia Ruiz Rocamora" userId="103ef104-b4e4-48c1-b8e3-6388a924cd7a" providerId="ADAL" clId="{4576E0F9-38BE-4DD8-8AC3-520E4AD486A4}" dt="2026-05-01T15:52:56.818" v="959"/>
          <ac:graphicFrameMkLst>
            <pc:docMk/>
            <pc:sldMk cId="3108282781" sldId="317"/>
            <ac:graphicFrameMk id="4" creationId="{777B51F6-453F-DC0A-4E7C-85034863D9FB}"/>
          </ac:graphicFrameMkLst>
        </pc:graphicFrameChg>
      </pc:sldChg>
      <pc:sldChg chg="addSp modSp mod">
        <pc:chgData name="Alexia Ruiz Rocamora" userId="103ef104-b4e4-48c1-b8e3-6388a924cd7a" providerId="ADAL" clId="{4576E0F9-38BE-4DD8-8AC3-520E4AD486A4}" dt="2026-05-02T09:07:43.152" v="3804" actId="20577"/>
        <pc:sldMkLst>
          <pc:docMk/>
          <pc:sldMk cId="1793670432" sldId="318"/>
        </pc:sldMkLst>
        <pc:spChg chg="mod">
          <ac:chgData name="Alexia Ruiz Rocamora" userId="103ef104-b4e4-48c1-b8e3-6388a924cd7a" providerId="ADAL" clId="{4576E0F9-38BE-4DD8-8AC3-520E4AD486A4}" dt="2026-05-02T09:07:43.152" v="3804" actId="20577"/>
          <ac:spMkLst>
            <pc:docMk/>
            <pc:sldMk cId="1793670432" sldId="318"/>
            <ac:spMk id="2" creationId="{1671473A-C021-AEC1-90FF-B268BC4E5D45}"/>
          </ac:spMkLst>
        </pc:spChg>
        <pc:graphicFrameChg chg="add mod">
          <ac:chgData name="Alexia Ruiz Rocamora" userId="103ef104-b4e4-48c1-b8e3-6388a924cd7a" providerId="ADAL" clId="{4576E0F9-38BE-4DD8-8AC3-520E4AD486A4}" dt="2026-05-01T16:14:56.622" v="965"/>
          <ac:graphicFrameMkLst>
            <pc:docMk/>
            <pc:sldMk cId="1793670432" sldId="318"/>
            <ac:graphicFrameMk id="4" creationId="{50D4F52D-D322-F43A-DAA5-5DFE38CB8482}"/>
          </ac:graphicFrameMkLst>
        </pc:graphicFrameChg>
        <pc:graphicFrameChg chg="add mod">
          <ac:chgData name="Alexia Ruiz Rocamora" userId="103ef104-b4e4-48c1-b8e3-6388a924cd7a" providerId="ADAL" clId="{4576E0F9-38BE-4DD8-8AC3-520E4AD486A4}" dt="2026-05-01T16:15:47.694" v="967" actId="1076"/>
          <ac:graphicFrameMkLst>
            <pc:docMk/>
            <pc:sldMk cId="1793670432" sldId="318"/>
            <ac:graphicFrameMk id="4" creationId="{E7C20CD3-DD1F-5BDD-25C7-9756DD7B3FD4}"/>
          </ac:graphicFrameMkLst>
        </pc:graphicFrameChg>
      </pc:sldChg>
    </pc:docChg>
  </pc:docChgLst>
  <pc:docChgLst>
    <pc:chgData name="David Bujeda Maicas" userId="S::dbujmai@upv.edu.es::1218fd7a-844c-42f9-a342-8460c647aec0" providerId="AD" clId="Web-{1D472F7E-0EF7-1DCC-806E-F44AFBB466C2}"/>
    <pc:docChg chg="addSld delSld modSld">
      <pc:chgData name="David Bujeda Maicas" userId="S::dbujmai@upv.edu.es::1218fd7a-844c-42f9-a342-8460c647aec0" providerId="AD" clId="Web-{1D472F7E-0EF7-1DCC-806E-F44AFBB466C2}" dt="2026-05-01T17:29:09.441" v="1071" actId="20577"/>
      <pc:docMkLst>
        <pc:docMk/>
      </pc:docMkLst>
      <pc:sldChg chg="delSp modSp">
        <pc:chgData name="David Bujeda Maicas" userId="S::dbujmai@upv.edu.es::1218fd7a-844c-42f9-a342-8460c647aec0" providerId="AD" clId="Web-{1D472F7E-0EF7-1DCC-806E-F44AFBB466C2}" dt="2026-05-01T17:29:09.441" v="1071" actId="20577"/>
        <pc:sldMkLst>
          <pc:docMk/>
          <pc:sldMk cId="179796361" sldId="290"/>
        </pc:sldMkLst>
        <pc:spChg chg="mod">
          <ac:chgData name="David Bujeda Maicas" userId="S::dbujmai@upv.edu.es::1218fd7a-844c-42f9-a342-8460c647aec0" providerId="AD" clId="Web-{1D472F7E-0EF7-1DCC-806E-F44AFBB466C2}" dt="2026-05-01T17:29:09.441" v="1071" actId="20577"/>
          <ac:spMkLst>
            <pc:docMk/>
            <pc:sldMk cId="179796361" sldId="290"/>
            <ac:spMk id="2" creationId="{D0F8CF3B-B920-DBFC-F825-0C87B51EADA7}"/>
          </ac:spMkLst>
        </pc:spChg>
        <pc:spChg chg="mod">
          <ac:chgData name="David Bujeda Maicas" userId="S::dbujmai@upv.edu.es::1218fd7a-844c-42f9-a342-8460c647aec0" providerId="AD" clId="Web-{1D472F7E-0EF7-1DCC-806E-F44AFBB466C2}" dt="2026-05-01T16:57:53.470" v="982" actId="1076"/>
          <ac:spMkLst>
            <pc:docMk/>
            <pc:sldMk cId="179796361" sldId="290"/>
            <ac:spMk id="7" creationId="{6D309BFB-98FD-0CBA-3C6A-346D8859893B}"/>
          </ac:spMkLst>
        </pc:spChg>
        <pc:graphicFrameChg chg="del">
          <ac:chgData name="David Bujeda Maicas" userId="S::dbujmai@upv.edu.es::1218fd7a-844c-42f9-a342-8460c647aec0" providerId="AD" clId="Web-{1D472F7E-0EF7-1DCC-806E-F44AFBB466C2}" dt="2026-05-01T17:28:48.472" v="1057"/>
          <ac:graphicFrameMkLst>
            <pc:docMk/>
            <pc:sldMk cId="179796361" sldId="290"/>
            <ac:graphicFrameMk id="15" creationId="{6BD0F0AF-A3D9-BB74-99D9-4C9D5CDB2980}"/>
          </ac:graphicFrameMkLst>
        </pc:graphicFrameChg>
        <pc:picChg chg="mod">
          <ac:chgData name="David Bujeda Maicas" userId="S::dbujmai@upv.edu.es::1218fd7a-844c-42f9-a342-8460c647aec0" providerId="AD" clId="Web-{1D472F7E-0EF7-1DCC-806E-F44AFBB466C2}" dt="2026-05-01T16:57:37.735" v="979" actId="1076"/>
          <ac:picMkLst>
            <pc:docMk/>
            <pc:sldMk cId="179796361" sldId="290"/>
            <ac:picMk id="10" creationId="{4C4A4540-0BF1-ED87-EE74-14D4B4F2E54D}"/>
          </ac:picMkLst>
        </pc:picChg>
        <pc:picChg chg="mod">
          <ac:chgData name="David Bujeda Maicas" userId="S::dbujmai@upv.edu.es::1218fd7a-844c-42f9-a342-8460c647aec0" providerId="AD" clId="Web-{1D472F7E-0EF7-1DCC-806E-F44AFBB466C2}" dt="2026-05-01T16:57:45.907" v="981" actId="1076"/>
          <ac:picMkLst>
            <pc:docMk/>
            <pc:sldMk cId="179796361" sldId="290"/>
            <ac:picMk id="12" creationId="{988DFFD6-1182-AB51-8235-795B497543F9}"/>
          </ac:picMkLst>
        </pc:picChg>
      </pc:sldChg>
      <pc:sldChg chg="modSp">
        <pc:chgData name="David Bujeda Maicas" userId="S::dbujmai@upv.edu.es::1218fd7a-844c-42f9-a342-8460c647aec0" providerId="AD" clId="Web-{1D472F7E-0EF7-1DCC-806E-F44AFBB466C2}" dt="2026-05-01T16:32:29.565" v="759" actId="20577"/>
        <pc:sldMkLst>
          <pc:docMk/>
          <pc:sldMk cId="3712356003" sldId="291"/>
        </pc:sldMkLst>
        <pc:spChg chg="mod">
          <ac:chgData name="David Bujeda Maicas" userId="S::dbujmai@upv.edu.es::1218fd7a-844c-42f9-a342-8460c647aec0" providerId="AD" clId="Web-{1D472F7E-0EF7-1DCC-806E-F44AFBB466C2}" dt="2026-05-01T16:32:29.565" v="759" actId="20577"/>
          <ac:spMkLst>
            <pc:docMk/>
            <pc:sldMk cId="3712356003" sldId="291"/>
            <ac:spMk id="2" creationId="{CA5F0FDF-2A95-453B-4ECA-AEB637FF2694}"/>
          </ac:spMkLst>
        </pc:spChg>
        <pc:spChg chg="mod">
          <ac:chgData name="David Bujeda Maicas" userId="S::dbujmai@upv.edu.es::1218fd7a-844c-42f9-a342-8460c647aec0" providerId="AD" clId="Web-{1D472F7E-0EF7-1DCC-806E-F44AFBB466C2}" dt="2026-05-01T16:30:58.981" v="729" actId="14100"/>
          <ac:spMkLst>
            <pc:docMk/>
            <pc:sldMk cId="3712356003" sldId="291"/>
            <ac:spMk id="4" creationId="{FB4B77A0-B37C-3130-FB52-4E560C66946F}"/>
          </ac:spMkLst>
        </pc:spChg>
        <pc:spChg chg="mod">
          <ac:chgData name="David Bujeda Maicas" userId="S::dbujmai@upv.edu.es::1218fd7a-844c-42f9-a342-8460c647aec0" providerId="AD" clId="Web-{1D472F7E-0EF7-1DCC-806E-F44AFBB466C2}" dt="2026-05-01T16:30:52.496" v="728" actId="14100"/>
          <ac:spMkLst>
            <pc:docMk/>
            <pc:sldMk cId="3712356003" sldId="291"/>
            <ac:spMk id="5" creationId="{DA7ECAA3-0876-C0FB-D7E5-448FCC5ED226}"/>
          </ac:spMkLst>
        </pc:spChg>
        <pc:picChg chg="mod">
          <ac:chgData name="David Bujeda Maicas" userId="S::dbujmai@upv.edu.es::1218fd7a-844c-42f9-a342-8460c647aec0" providerId="AD" clId="Web-{1D472F7E-0EF7-1DCC-806E-F44AFBB466C2}" dt="2026-05-01T16:31:01.746" v="730" actId="1076"/>
          <ac:picMkLst>
            <pc:docMk/>
            <pc:sldMk cId="3712356003" sldId="291"/>
            <ac:picMk id="7" creationId="{9F912081-0A7C-824A-E95F-F55DF6841F31}"/>
          </ac:picMkLst>
        </pc:picChg>
        <pc:picChg chg="mod">
          <ac:chgData name="David Bujeda Maicas" userId="S::dbujmai@upv.edu.es::1218fd7a-844c-42f9-a342-8460c647aec0" providerId="AD" clId="Web-{1D472F7E-0EF7-1DCC-806E-F44AFBB466C2}" dt="2026-05-01T16:31:34.967" v="737" actId="1076"/>
          <ac:picMkLst>
            <pc:docMk/>
            <pc:sldMk cId="3712356003" sldId="291"/>
            <ac:picMk id="8" creationId="{C8A047D6-92C4-03CE-A43D-B9A0678CDE8D}"/>
          </ac:picMkLst>
        </pc:picChg>
      </pc:sldChg>
      <pc:sldChg chg="modSp">
        <pc:chgData name="David Bujeda Maicas" userId="S::dbujmai@upv.edu.es::1218fd7a-844c-42f9-a342-8460c647aec0" providerId="AD" clId="Web-{1D472F7E-0EF7-1DCC-806E-F44AFBB466C2}" dt="2026-05-01T16:59:09.397" v="992" actId="1076"/>
        <pc:sldMkLst>
          <pc:docMk/>
          <pc:sldMk cId="955145640" sldId="292"/>
        </pc:sldMkLst>
        <pc:spChg chg="mod">
          <ac:chgData name="David Bujeda Maicas" userId="S::dbujmai@upv.edu.es::1218fd7a-844c-42f9-a342-8460c647aec0" providerId="AD" clId="Web-{1D472F7E-0EF7-1DCC-806E-F44AFBB466C2}" dt="2026-05-01T16:59:06.069" v="991" actId="1076"/>
          <ac:spMkLst>
            <pc:docMk/>
            <pc:sldMk cId="955145640" sldId="292"/>
            <ac:spMk id="6" creationId="{0C016548-01A2-6E58-B80D-148384B98EB3}"/>
          </ac:spMkLst>
        </pc:spChg>
        <pc:picChg chg="mod">
          <ac:chgData name="David Bujeda Maicas" userId="S::dbujmai@upv.edu.es::1218fd7a-844c-42f9-a342-8460c647aec0" providerId="AD" clId="Web-{1D472F7E-0EF7-1DCC-806E-F44AFBB466C2}" dt="2026-05-01T16:59:09.397" v="992" actId="1076"/>
          <ac:picMkLst>
            <pc:docMk/>
            <pc:sldMk cId="955145640" sldId="292"/>
            <ac:picMk id="14" creationId="{FC6E4A1D-B854-BC7A-8D72-6F53C6A9EF4A}"/>
          </ac:picMkLst>
        </pc:picChg>
      </pc:sldChg>
      <pc:sldChg chg="modSp">
        <pc:chgData name="David Bujeda Maicas" userId="S::dbujmai@upv.edu.es::1218fd7a-844c-42f9-a342-8460c647aec0" providerId="AD" clId="Web-{1D472F7E-0EF7-1DCC-806E-F44AFBB466C2}" dt="2026-05-01T16:53:56.456" v="951" actId="20577"/>
        <pc:sldMkLst>
          <pc:docMk/>
          <pc:sldMk cId="2815679427" sldId="294"/>
        </pc:sldMkLst>
        <pc:spChg chg="mod">
          <ac:chgData name="David Bujeda Maicas" userId="S::dbujmai@upv.edu.es::1218fd7a-844c-42f9-a342-8460c647aec0" providerId="AD" clId="Web-{1D472F7E-0EF7-1DCC-806E-F44AFBB466C2}" dt="2026-05-01T16:53:56.456" v="951" actId="20577"/>
          <ac:spMkLst>
            <pc:docMk/>
            <pc:sldMk cId="2815679427" sldId="294"/>
            <ac:spMk id="2" creationId="{B5029729-ADF3-3B30-4FF9-83BE1DB82BD7}"/>
          </ac:spMkLst>
        </pc:spChg>
        <pc:picChg chg="mod">
          <ac:chgData name="David Bujeda Maicas" userId="S::dbujmai@upv.edu.es::1218fd7a-844c-42f9-a342-8460c647aec0" providerId="AD" clId="Web-{1D472F7E-0EF7-1DCC-806E-F44AFBB466C2}" dt="2026-05-01T16:44:41.586" v="860" actId="1076"/>
          <ac:picMkLst>
            <pc:docMk/>
            <pc:sldMk cId="2815679427" sldId="294"/>
            <ac:picMk id="9" creationId="{4C82556F-15AC-9579-8E2E-4ADD00CBBA84}"/>
          </ac:picMkLst>
        </pc:picChg>
      </pc:sldChg>
      <pc:sldChg chg="modSp">
        <pc:chgData name="David Bujeda Maicas" userId="S::dbujmai@upv.edu.es::1218fd7a-844c-42f9-a342-8460c647aec0" providerId="AD" clId="Web-{1D472F7E-0EF7-1DCC-806E-F44AFBB466C2}" dt="2026-05-01T16:58:21.425" v="987" actId="1076"/>
        <pc:sldMkLst>
          <pc:docMk/>
          <pc:sldMk cId="813558068" sldId="297"/>
        </pc:sldMkLst>
        <pc:spChg chg="mod">
          <ac:chgData name="David Bujeda Maicas" userId="S::dbujmai@upv.edu.es::1218fd7a-844c-42f9-a342-8460c647aec0" providerId="AD" clId="Web-{1D472F7E-0EF7-1DCC-806E-F44AFBB466C2}" dt="2026-05-01T16:58:11.706" v="984" actId="1076"/>
          <ac:spMkLst>
            <pc:docMk/>
            <pc:sldMk cId="813558068" sldId="297"/>
            <ac:spMk id="7" creationId="{5F16E403-DF61-C9A0-D57F-2E61BEFA8887}"/>
          </ac:spMkLst>
        </pc:spChg>
        <pc:picChg chg="mod">
          <ac:chgData name="David Bujeda Maicas" userId="S::dbujmai@upv.edu.es::1218fd7a-844c-42f9-a342-8460c647aec0" providerId="AD" clId="Web-{1D472F7E-0EF7-1DCC-806E-F44AFBB466C2}" dt="2026-05-01T16:58:21.425" v="987" actId="1076"/>
          <ac:picMkLst>
            <pc:docMk/>
            <pc:sldMk cId="813558068" sldId="297"/>
            <ac:picMk id="11" creationId="{B07CE155-4D5A-D82C-33C7-EB05E7853076}"/>
          </ac:picMkLst>
        </pc:picChg>
      </pc:sldChg>
      <pc:sldChg chg="addSp delSp modSp">
        <pc:chgData name="David Bujeda Maicas" userId="S::dbujmai@upv.edu.es::1218fd7a-844c-42f9-a342-8460c647aec0" providerId="AD" clId="Web-{1D472F7E-0EF7-1DCC-806E-F44AFBB466C2}" dt="2026-05-01T17:10:05.222" v="1056"/>
        <pc:sldMkLst>
          <pc:docMk/>
          <pc:sldMk cId="535939439" sldId="298"/>
        </pc:sldMkLst>
        <pc:spChg chg="del mod">
          <ac:chgData name="David Bujeda Maicas" userId="S::dbujmai@upv.edu.es::1218fd7a-844c-42f9-a342-8460c647aec0" providerId="AD" clId="Web-{1D472F7E-0EF7-1DCC-806E-F44AFBB466C2}" dt="2026-05-01T16:59:39.523" v="998"/>
          <ac:spMkLst>
            <pc:docMk/>
            <pc:sldMk cId="535939439" sldId="298"/>
            <ac:spMk id="6" creationId="{154B5534-E510-6404-1E30-B73FDF73AD42}"/>
          </ac:spMkLst>
        </pc:spChg>
        <pc:spChg chg="add">
          <ac:chgData name="David Bujeda Maicas" userId="S::dbujmai@upv.edu.es::1218fd7a-844c-42f9-a342-8460c647aec0" providerId="AD" clId="Web-{1D472F7E-0EF7-1DCC-806E-F44AFBB466C2}" dt="2026-05-01T17:10:05.222" v="1056"/>
          <ac:spMkLst>
            <pc:docMk/>
            <pc:sldMk cId="535939439" sldId="298"/>
            <ac:spMk id="8" creationId="{D85BD3D1-5BB8-92B5-D371-956D2830C729}"/>
          </ac:spMkLst>
        </pc:spChg>
        <pc:picChg chg="mod">
          <ac:chgData name="David Bujeda Maicas" userId="S::dbujmai@upv.edu.es::1218fd7a-844c-42f9-a342-8460c647aec0" providerId="AD" clId="Web-{1D472F7E-0EF7-1DCC-806E-F44AFBB466C2}" dt="2026-05-01T17:00:00.774" v="1003" actId="1076"/>
          <ac:picMkLst>
            <pc:docMk/>
            <pc:sldMk cId="535939439" sldId="298"/>
            <ac:picMk id="11" creationId="{DBF9D963-2B74-10F2-3C1B-90C24FCA28D7}"/>
          </ac:picMkLst>
        </pc:picChg>
        <pc:picChg chg="mod">
          <ac:chgData name="David Bujeda Maicas" userId="S::dbujmai@upv.edu.es::1218fd7a-844c-42f9-a342-8460c647aec0" providerId="AD" clId="Web-{1D472F7E-0EF7-1DCC-806E-F44AFBB466C2}" dt="2026-05-01T16:59:56.087" v="1001" actId="1076"/>
          <ac:picMkLst>
            <pc:docMk/>
            <pc:sldMk cId="535939439" sldId="298"/>
            <ac:picMk id="17" creationId="{9E98F3FA-9B33-E7B7-473B-CE2C7754C454}"/>
          </ac:picMkLst>
        </pc:picChg>
      </pc:sldChg>
      <pc:sldChg chg="delSp modSp">
        <pc:chgData name="David Bujeda Maicas" userId="S::dbujmai@upv.edu.es::1218fd7a-844c-42f9-a342-8460c647aec0" providerId="AD" clId="Web-{1D472F7E-0EF7-1DCC-806E-F44AFBB466C2}" dt="2026-05-01T17:09:36.628" v="1055" actId="20577"/>
        <pc:sldMkLst>
          <pc:docMk/>
          <pc:sldMk cId="699864314" sldId="301"/>
        </pc:sldMkLst>
        <pc:spChg chg="mod">
          <ac:chgData name="David Bujeda Maicas" userId="S::dbujmai@upv.edu.es::1218fd7a-844c-42f9-a342-8460c647aec0" providerId="AD" clId="Web-{1D472F7E-0EF7-1DCC-806E-F44AFBB466C2}" dt="2026-05-01T17:09:36.628" v="1055" actId="20577"/>
          <ac:spMkLst>
            <pc:docMk/>
            <pc:sldMk cId="699864314" sldId="301"/>
            <ac:spMk id="2" creationId="{42D73A2E-0E5A-8A39-6B70-F9E94D6DBB70}"/>
          </ac:spMkLst>
        </pc:spChg>
        <pc:spChg chg="del">
          <ac:chgData name="David Bujeda Maicas" userId="S::dbujmai@upv.edu.es::1218fd7a-844c-42f9-a342-8460c647aec0" providerId="AD" clId="Web-{1D472F7E-0EF7-1DCC-806E-F44AFBB466C2}" dt="2026-05-01T16:47:17.639" v="872"/>
          <ac:spMkLst>
            <pc:docMk/>
            <pc:sldMk cId="699864314" sldId="301"/>
            <ac:spMk id="8" creationId="{C3506757-32B7-9151-DA89-AADDB7F7D093}"/>
          </ac:spMkLst>
        </pc:spChg>
        <pc:spChg chg="mod">
          <ac:chgData name="David Bujeda Maicas" userId="S::dbujmai@upv.edu.es::1218fd7a-844c-42f9-a342-8460c647aec0" providerId="AD" clId="Web-{1D472F7E-0EF7-1DCC-806E-F44AFBB466C2}" dt="2026-05-01T16:47:24.592" v="873" actId="1076"/>
          <ac:spMkLst>
            <pc:docMk/>
            <pc:sldMk cId="699864314" sldId="301"/>
            <ac:spMk id="9" creationId="{1A74C5C1-827A-A634-942B-F744494A8096}"/>
          </ac:spMkLst>
        </pc:spChg>
        <pc:picChg chg="mod">
          <ac:chgData name="David Bujeda Maicas" userId="S::dbujmai@upv.edu.es::1218fd7a-844c-42f9-a342-8460c647aec0" providerId="AD" clId="Web-{1D472F7E-0EF7-1DCC-806E-F44AFBB466C2}" dt="2026-05-01T16:47:07.342" v="870" actId="1076"/>
          <ac:picMkLst>
            <pc:docMk/>
            <pc:sldMk cId="699864314" sldId="301"/>
            <ac:picMk id="5" creationId="{88545039-967F-00FE-90C6-4E670B8C33CA}"/>
          </ac:picMkLst>
        </pc:picChg>
      </pc:sldChg>
      <pc:sldChg chg="modSp">
        <pc:chgData name="David Bujeda Maicas" userId="S::dbujmai@upv.edu.es::1218fd7a-844c-42f9-a342-8460c647aec0" providerId="AD" clId="Web-{1D472F7E-0EF7-1DCC-806E-F44AFBB466C2}" dt="2026-05-01T15:44:58.176" v="583" actId="1076"/>
        <pc:sldMkLst>
          <pc:docMk/>
          <pc:sldMk cId="3663624071" sldId="302"/>
        </pc:sldMkLst>
        <pc:spChg chg="mod">
          <ac:chgData name="David Bujeda Maicas" userId="S::dbujmai@upv.edu.es::1218fd7a-844c-42f9-a342-8460c647aec0" providerId="AD" clId="Web-{1D472F7E-0EF7-1DCC-806E-F44AFBB466C2}" dt="2026-05-01T15:43:20.144" v="573" actId="20577"/>
          <ac:spMkLst>
            <pc:docMk/>
            <pc:sldMk cId="3663624071" sldId="302"/>
            <ac:spMk id="2" creationId="{CA5F0FDF-2A95-453B-4ECA-AEB637FF2694}"/>
          </ac:spMkLst>
        </pc:spChg>
        <pc:picChg chg="mod">
          <ac:chgData name="David Bujeda Maicas" userId="S::dbujmai@upv.edu.es::1218fd7a-844c-42f9-a342-8460c647aec0" providerId="AD" clId="Web-{1D472F7E-0EF7-1DCC-806E-F44AFBB466C2}" dt="2026-05-01T15:44:58.176" v="583" actId="1076"/>
          <ac:picMkLst>
            <pc:docMk/>
            <pc:sldMk cId="3663624071" sldId="302"/>
            <ac:picMk id="5" creationId="{F2EE2CA0-B428-D6A5-8378-FDC992767BEE}"/>
          </ac:picMkLst>
        </pc:picChg>
        <pc:picChg chg="mod">
          <ac:chgData name="David Bujeda Maicas" userId="S::dbujmai@upv.edu.es::1218fd7a-844c-42f9-a342-8460c647aec0" providerId="AD" clId="Web-{1D472F7E-0EF7-1DCC-806E-F44AFBB466C2}" dt="2026-05-01T15:44:54.676" v="582" actId="1076"/>
          <ac:picMkLst>
            <pc:docMk/>
            <pc:sldMk cId="3663624071" sldId="302"/>
            <ac:picMk id="6" creationId="{380A8455-6386-C7D5-7BB6-B79D8D91F0EF}"/>
          </ac:picMkLst>
        </pc:picChg>
      </pc:sldChg>
      <pc:sldChg chg="delSp modSp">
        <pc:chgData name="David Bujeda Maicas" userId="S::dbujmai@upv.edu.es::1218fd7a-844c-42f9-a342-8460c647aec0" providerId="AD" clId="Web-{1D472F7E-0EF7-1DCC-806E-F44AFBB466C2}" dt="2026-05-01T16:11:24.186" v="693" actId="1076"/>
        <pc:sldMkLst>
          <pc:docMk/>
          <pc:sldMk cId="1558326841" sldId="303"/>
        </pc:sldMkLst>
        <pc:spChg chg="del">
          <ac:chgData name="David Bujeda Maicas" userId="S::dbujmai@upv.edu.es::1218fd7a-844c-42f9-a342-8460c647aec0" providerId="AD" clId="Web-{1D472F7E-0EF7-1DCC-806E-F44AFBB466C2}" dt="2026-05-01T16:11:06.670" v="686"/>
          <ac:spMkLst>
            <pc:docMk/>
            <pc:sldMk cId="1558326841" sldId="303"/>
            <ac:spMk id="2" creationId="{82A62DD6-5488-72A1-9926-0CAEE59089A9}"/>
          </ac:spMkLst>
        </pc:spChg>
        <pc:spChg chg="mod">
          <ac:chgData name="David Bujeda Maicas" userId="S::dbujmai@upv.edu.es::1218fd7a-844c-42f9-a342-8460c647aec0" providerId="AD" clId="Web-{1D472F7E-0EF7-1DCC-806E-F44AFBB466C2}" dt="2026-05-01T16:11:19.061" v="691" actId="14100"/>
          <ac:spMkLst>
            <pc:docMk/>
            <pc:sldMk cId="1558326841" sldId="303"/>
            <ac:spMk id="5" creationId="{7570928C-9ABE-AFE0-008D-3FA4CE15FB68}"/>
          </ac:spMkLst>
        </pc:spChg>
        <pc:spChg chg="mod">
          <ac:chgData name="David Bujeda Maicas" userId="S::dbujmai@upv.edu.es::1218fd7a-844c-42f9-a342-8460c647aec0" providerId="AD" clId="Web-{1D472F7E-0EF7-1DCC-806E-F44AFBB466C2}" dt="2026-05-01T16:11:19.045" v="690" actId="14100"/>
          <ac:spMkLst>
            <pc:docMk/>
            <pc:sldMk cId="1558326841" sldId="303"/>
            <ac:spMk id="7" creationId="{FBC7D187-267A-ADD4-764C-D3820B8ED302}"/>
          </ac:spMkLst>
        </pc:spChg>
        <pc:picChg chg="mod">
          <ac:chgData name="David Bujeda Maicas" userId="S::dbujmai@upv.edu.es::1218fd7a-844c-42f9-a342-8460c647aec0" providerId="AD" clId="Web-{1D472F7E-0EF7-1DCC-806E-F44AFBB466C2}" dt="2026-05-01T16:11:24.186" v="693" actId="1076"/>
          <ac:picMkLst>
            <pc:docMk/>
            <pc:sldMk cId="1558326841" sldId="303"/>
            <ac:picMk id="9" creationId="{7FF0D879-4EFA-2EE2-C380-2F9E86C65301}"/>
          </ac:picMkLst>
        </pc:picChg>
      </pc:sldChg>
      <pc:sldChg chg="delSp modSp">
        <pc:chgData name="David Bujeda Maicas" userId="S::dbujmai@upv.edu.es::1218fd7a-844c-42f9-a342-8460c647aec0" providerId="AD" clId="Web-{1D472F7E-0EF7-1DCC-806E-F44AFBB466C2}" dt="2026-05-01T16:10:54.372" v="685" actId="14100"/>
        <pc:sldMkLst>
          <pc:docMk/>
          <pc:sldMk cId="3688340711" sldId="305"/>
        </pc:sldMkLst>
        <pc:spChg chg="del">
          <ac:chgData name="David Bujeda Maicas" userId="S::dbujmai@upv.edu.es::1218fd7a-844c-42f9-a342-8460c647aec0" providerId="AD" clId="Web-{1D472F7E-0EF7-1DCC-806E-F44AFBB466C2}" dt="2026-05-01T16:09:19.712" v="672"/>
          <ac:spMkLst>
            <pc:docMk/>
            <pc:sldMk cId="3688340711" sldId="305"/>
            <ac:spMk id="2" creationId="{9AD5EDBA-B2FA-7737-2E80-BBB8001CFCD9}"/>
          </ac:spMkLst>
        </pc:spChg>
        <pc:spChg chg="mod">
          <ac:chgData name="David Bujeda Maicas" userId="S::dbujmai@upv.edu.es::1218fd7a-844c-42f9-a342-8460c647aec0" providerId="AD" clId="Web-{1D472F7E-0EF7-1DCC-806E-F44AFBB466C2}" dt="2026-05-01T16:10:48.341" v="683" actId="14100"/>
          <ac:spMkLst>
            <pc:docMk/>
            <pc:sldMk cId="3688340711" sldId="305"/>
            <ac:spMk id="5" creationId="{816EC84D-7DFC-EB84-57F7-6B4601D4FD48}"/>
          </ac:spMkLst>
        </pc:spChg>
        <pc:spChg chg="mod">
          <ac:chgData name="David Bujeda Maicas" userId="S::dbujmai@upv.edu.es::1218fd7a-844c-42f9-a342-8460c647aec0" providerId="AD" clId="Web-{1D472F7E-0EF7-1DCC-806E-F44AFBB466C2}" dt="2026-05-01T16:10:48.341" v="684" actId="14100"/>
          <ac:spMkLst>
            <pc:docMk/>
            <pc:sldMk cId="3688340711" sldId="305"/>
            <ac:spMk id="7" creationId="{07EF146E-B294-9595-108F-A5588EF681E0}"/>
          </ac:spMkLst>
        </pc:spChg>
        <pc:picChg chg="mod">
          <ac:chgData name="David Bujeda Maicas" userId="S::dbujmai@upv.edu.es::1218fd7a-844c-42f9-a342-8460c647aec0" providerId="AD" clId="Web-{1D472F7E-0EF7-1DCC-806E-F44AFBB466C2}" dt="2026-05-01T16:10:54.372" v="685" actId="14100"/>
          <ac:picMkLst>
            <pc:docMk/>
            <pc:sldMk cId="3688340711" sldId="305"/>
            <ac:picMk id="8" creationId="{FE26C94C-855A-C7C4-29C4-B4432A8D9E1C}"/>
          </ac:picMkLst>
        </pc:picChg>
      </pc:sldChg>
      <pc:sldChg chg="delSp modSp">
        <pc:chgData name="David Bujeda Maicas" userId="S::dbujmai@upv.edu.es::1218fd7a-844c-42f9-a342-8460c647aec0" providerId="AD" clId="Web-{1D472F7E-0EF7-1DCC-806E-F44AFBB466C2}" dt="2026-05-01T16:09:04.414" v="671" actId="1076"/>
        <pc:sldMkLst>
          <pc:docMk/>
          <pc:sldMk cId="1926450432" sldId="306"/>
        </pc:sldMkLst>
        <pc:spChg chg="del">
          <ac:chgData name="David Bujeda Maicas" userId="S::dbujmai@upv.edu.es::1218fd7a-844c-42f9-a342-8460c647aec0" providerId="AD" clId="Web-{1D472F7E-0EF7-1DCC-806E-F44AFBB466C2}" dt="2026-05-01T16:08:38.881" v="664"/>
          <ac:spMkLst>
            <pc:docMk/>
            <pc:sldMk cId="1926450432" sldId="306"/>
            <ac:spMk id="2" creationId="{2C61D1A7-09AE-C88A-EA8B-F922E4129C72}"/>
          </ac:spMkLst>
        </pc:spChg>
        <pc:spChg chg="mod">
          <ac:chgData name="David Bujeda Maicas" userId="S::dbujmai@upv.edu.es::1218fd7a-844c-42f9-a342-8460c647aec0" providerId="AD" clId="Web-{1D472F7E-0EF7-1DCC-806E-F44AFBB466C2}" dt="2026-05-01T16:08:51.272" v="669" actId="14100"/>
          <ac:spMkLst>
            <pc:docMk/>
            <pc:sldMk cId="1926450432" sldId="306"/>
            <ac:spMk id="6" creationId="{0DA5FD67-BE2E-301C-9DFA-A01637BFFC7B}"/>
          </ac:spMkLst>
        </pc:spChg>
        <pc:spChg chg="mod">
          <ac:chgData name="David Bujeda Maicas" userId="S::dbujmai@upv.edu.es::1218fd7a-844c-42f9-a342-8460c647aec0" providerId="AD" clId="Web-{1D472F7E-0EF7-1DCC-806E-F44AFBB466C2}" dt="2026-05-01T16:08:51.272" v="668" actId="14100"/>
          <ac:spMkLst>
            <pc:docMk/>
            <pc:sldMk cId="1926450432" sldId="306"/>
            <ac:spMk id="7" creationId="{A4F55C74-2671-3225-C3EC-A1F06A87EE90}"/>
          </ac:spMkLst>
        </pc:spChg>
        <pc:picChg chg="mod">
          <ac:chgData name="David Bujeda Maicas" userId="S::dbujmai@upv.edu.es::1218fd7a-844c-42f9-a342-8460c647aec0" providerId="AD" clId="Web-{1D472F7E-0EF7-1DCC-806E-F44AFBB466C2}" dt="2026-05-01T16:09:04.414" v="671" actId="1076"/>
          <ac:picMkLst>
            <pc:docMk/>
            <pc:sldMk cId="1926450432" sldId="306"/>
            <ac:picMk id="9" creationId="{81C11597-7F48-A456-8AF7-686A5DB2669A}"/>
          </ac:picMkLst>
        </pc:picChg>
      </pc:sldChg>
      <pc:sldChg chg="delSp modSp">
        <pc:chgData name="David Bujeda Maicas" userId="S::dbujmai@upv.edu.es::1218fd7a-844c-42f9-a342-8460c647aec0" providerId="AD" clId="Web-{1D472F7E-0EF7-1DCC-806E-F44AFBB466C2}" dt="2026-05-01T16:07:08.640" v="663" actId="1076"/>
        <pc:sldMkLst>
          <pc:docMk/>
          <pc:sldMk cId="2269622420" sldId="307"/>
        </pc:sldMkLst>
        <pc:spChg chg="del mod">
          <ac:chgData name="David Bujeda Maicas" userId="S::dbujmai@upv.edu.es::1218fd7a-844c-42f9-a342-8460c647aec0" providerId="AD" clId="Web-{1D472F7E-0EF7-1DCC-806E-F44AFBB466C2}" dt="2026-05-01T16:06:22.182" v="650"/>
          <ac:spMkLst>
            <pc:docMk/>
            <pc:sldMk cId="2269622420" sldId="307"/>
            <ac:spMk id="2" creationId="{D2DCFFE3-0858-315F-218B-C08335AFD6B9}"/>
          </ac:spMkLst>
        </pc:spChg>
        <pc:spChg chg="mod">
          <ac:chgData name="David Bujeda Maicas" userId="S::dbujmai@upv.edu.es::1218fd7a-844c-42f9-a342-8460c647aec0" providerId="AD" clId="Web-{1D472F7E-0EF7-1DCC-806E-F44AFBB466C2}" dt="2026-05-01T16:06:40.512" v="658" actId="1076"/>
          <ac:spMkLst>
            <pc:docMk/>
            <pc:sldMk cId="2269622420" sldId="307"/>
            <ac:spMk id="6" creationId="{854AE7F6-3A69-ED56-DEB4-F57CBCC12DA0}"/>
          </ac:spMkLst>
        </pc:spChg>
        <pc:spChg chg="mod">
          <ac:chgData name="David Bujeda Maicas" userId="S::dbujmai@upv.edu.es::1218fd7a-844c-42f9-a342-8460c647aec0" providerId="AD" clId="Web-{1D472F7E-0EF7-1DCC-806E-F44AFBB466C2}" dt="2026-05-01T16:06:40.512" v="657" actId="1076"/>
          <ac:spMkLst>
            <pc:docMk/>
            <pc:sldMk cId="2269622420" sldId="307"/>
            <ac:spMk id="7" creationId="{307E50BC-0AA6-ABF3-D235-348E06AAEBDA}"/>
          </ac:spMkLst>
        </pc:spChg>
        <pc:picChg chg="mod">
          <ac:chgData name="David Bujeda Maicas" userId="S::dbujmai@upv.edu.es::1218fd7a-844c-42f9-a342-8460c647aec0" providerId="AD" clId="Web-{1D472F7E-0EF7-1DCC-806E-F44AFBB466C2}" dt="2026-05-01T16:07:08.640" v="663" actId="1076"/>
          <ac:picMkLst>
            <pc:docMk/>
            <pc:sldMk cId="2269622420" sldId="307"/>
            <ac:picMk id="9" creationId="{D4F887E4-AB50-5B90-C660-56680698CEA7}"/>
          </ac:picMkLst>
        </pc:picChg>
      </pc:sldChg>
      <pc:sldChg chg="delSp modSp">
        <pc:chgData name="David Bujeda Maicas" userId="S::dbujmai@upv.edu.es::1218fd7a-844c-42f9-a342-8460c647aec0" providerId="AD" clId="Web-{1D472F7E-0EF7-1DCC-806E-F44AFBB466C2}" dt="2026-05-01T16:06:08.368" v="647" actId="14100"/>
        <pc:sldMkLst>
          <pc:docMk/>
          <pc:sldMk cId="3238518386" sldId="308"/>
        </pc:sldMkLst>
        <pc:spChg chg="del">
          <ac:chgData name="David Bujeda Maicas" userId="S::dbujmai@upv.edu.es::1218fd7a-844c-42f9-a342-8460c647aec0" providerId="AD" clId="Web-{1D472F7E-0EF7-1DCC-806E-F44AFBB466C2}" dt="2026-05-01T16:05:38.802" v="640"/>
          <ac:spMkLst>
            <pc:docMk/>
            <pc:sldMk cId="3238518386" sldId="308"/>
            <ac:spMk id="2" creationId="{74E4AF67-7E5D-E8C9-BBD6-A7BC7D2FBF3C}"/>
          </ac:spMkLst>
        </pc:spChg>
        <pc:spChg chg="mod">
          <ac:chgData name="David Bujeda Maicas" userId="S::dbujmai@upv.edu.es::1218fd7a-844c-42f9-a342-8460c647aec0" providerId="AD" clId="Web-{1D472F7E-0EF7-1DCC-806E-F44AFBB466C2}" dt="2026-05-01T16:05:57.789" v="645" actId="14100"/>
          <ac:spMkLst>
            <pc:docMk/>
            <pc:sldMk cId="3238518386" sldId="308"/>
            <ac:spMk id="6" creationId="{B9276F73-0459-2ADD-CE25-FE7DA452792A}"/>
          </ac:spMkLst>
        </pc:spChg>
        <pc:spChg chg="mod">
          <ac:chgData name="David Bujeda Maicas" userId="S::dbujmai@upv.edu.es::1218fd7a-844c-42f9-a342-8460c647aec0" providerId="AD" clId="Web-{1D472F7E-0EF7-1DCC-806E-F44AFBB466C2}" dt="2026-05-01T16:05:57.773" v="644" actId="14100"/>
          <ac:spMkLst>
            <pc:docMk/>
            <pc:sldMk cId="3238518386" sldId="308"/>
            <ac:spMk id="7" creationId="{E2D43039-07C8-6CB2-C0B1-FF36B6DB9FDF}"/>
          </ac:spMkLst>
        </pc:spChg>
        <pc:picChg chg="mod">
          <ac:chgData name="David Bujeda Maicas" userId="S::dbujmai@upv.edu.es::1218fd7a-844c-42f9-a342-8460c647aec0" providerId="AD" clId="Web-{1D472F7E-0EF7-1DCC-806E-F44AFBB466C2}" dt="2026-05-01T16:06:08.368" v="647" actId="14100"/>
          <ac:picMkLst>
            <pc:docMk/>
            <pc:sldMk cId="3238518386" sldId="308"/>
            <ac:picMk id="9" creationId="{6B046841-DE11-0897-8C29-9A2C9BEF245B}"/>
          </ac:picMkLst>
        </pc:picChg>
      </pc:sldChg>
      <pc:sldChg chg="delSp modSp">
        <pc:chgData name="David Bujeda Maicas" userId="S::dbujmai@upv.edu.es::1218fd7a-844c-42f9-a342-8460c647aec0" providerId="AD" clId="Web-{1D472F7E-0EF7-1DCC-806E-F44AFBB466C2}" dt="2026-05-01T16:05:26.098" v="639" actId="14100"/>
        <pc:sldMkLst>
          <pc:docMk/>
          <pc:sldMk cId="3616649304" sldId="309"/>
        </pc:sldMkLst>
        <pc:spChg chg="del">
          <ac:chgData name="David Bujeda Maicas" userId="S::dbujmai@upv.edu.es::1218fd7a-844c-42f9-a342-8460c647aec0" providerId="AD" clId="Web-{1D472F7E-0EF7-1DCC-806E-F44AFBB466C2}" dt="2026-05-01T16:04:44.270" v="622"/>
          <ac:spMkLst>
            <pc:docMk/>
            <pc:sldMk cId="3616649304" sldId="309"/>
            <ac:spMk id="2" creationId="{29230851-D4A5-625C-B023-D41E4409CCC1}"/>
          </ac:spMkLst>
        </pc:spChg>
        <pc:spChg chg="mod">
          <ac:chgData name="David Bujeda Maicas" userId="S::dbujmai@upv.edu.es::1218fd7a-844c-42f9-a342-8460c647aec0" providerId="AD" clId="Web-{1D472F7E-0EF7-1DCC-806E-F44AFBB466C2}" dt="2026-05-01T16:05:26.098" v="638" actId="14100"/>
          <ac:spMkLst>
            <pc:docMk/>
            <pc:sldMk cId="3616649304" sldId="309"/>
            <ac:spMk id="6" creationId="{A7188ADF-1681-DBAC-ABCB-F166D1BFC374}"/>
          </ac:spMkLst>
        </pc:spChg>
        <pc:spChg chg="mod">
          <ac:chgData name="David Bujeda Maicas" userId="S::dbujmai@upv.edu.es::1218fd7a-844c-42f9-a342-8460c647aec0" providerId="AD" clId="Web-{1D472F7E-0EF7-1DCC-806E-F44AFBB466C2}" dt="2026-05-01T16:05:26.083" v="637" actId="14100"/>
          <ac:spMkLst>
            <pc:docMk/>
            <pc:sldMk cId="3616649304" sldId="309"/>
            <ac:spMk id="7" creationId="{3EBBC71A-992D-3133-BEFC-E9CB1A51F4F8}"/>
          </ac:spMkLst>
        </pc:spChg>
        <pc:picChg chg="mod">
          <ac:chgData name="David Bujeda Maicas" userId="S::dbujmai@upv.edu.es::1218fd7a-844c-42f9-a342-8460c647aec0" providerId="AD" clId="Web-{1D472F7E-0EF7-1DCC-806E-F44AFBB466C2}" dt="2026-05-01T16:05:26.098" v="639" actId="14100"/>
          <ac:picMkLst>
            <pc:docMk/>
            <pc:sldMk cId="3616649304" sldId="309"/>
            <ac:picMk id="9" creationId="{EB6D7B74-2143-FBE8-3AD4-A271AF36053D}"/>
          </ac:picMkLst>
        </pc:picChg>
      </pc:sldChg>
      <pc:sldChg chg="del">
        <pc:chgData name="David Bujeda Maicas" userId="S::dbujmai@upv.edu.es::1218fd7a-844c-42f9-a342-8460c647aec0" providerId="AD" clId="Web-{1D472F7E-0EF7-1DCC-806E-F44AFBB466C2}" dt="2026-05-01T16:40:16.611" v="814"/>
        <pc:sldMkLst>
          <pc:docMk/>
          <pc:sldMk cId="1695448218" sldId="310"/>
        </pc:sldMkLst>
      </pc:sldChg>
      <pc:sldChg chg="del">
        <pc:chgData name="David Bujeda Maicas" userId="S::dbujmai@upv.edu.es::1218fd7a-844c-42f9-a342-8460c647aec0" providerId="AD" clId="Web-{1D472F7E-0EF7-1DCC-806E-F44AFBB466C2}" dt="2026-05-01T16:40:18.455" v="815"/>
        <pc:sldMkLst>
          <pc:docMk/>
          <pc:sldMk cId="1927762138" sldId="311"/>
        </pc:sldMkLst>
      </pc:sldChg>
      <pc:sldChg chg="addSp delSp modSp">
        <pc:chgData name="David Bujeda Maicas" userId="S::dbujmai@upv.edu.es::1218fd7a-844c-42f9-a342-8460c647aec0" providerId="AD" clId="Web-{1D472F7E-0EF7-1DCC-806E-F44AFBB466C2}" dt="2026-05-01T16:51:27.439" v="913" actId="20577"/>
        <pc:sldMkLst>
          <pc:docMk/>
          <pc:sldMk cId="1602429754" sldId="312"/>
        </pc:sldMkLst>
        <pc:spChg chg="mod">
          <ac:chgData name="David Bujeda Maicas" userId="S::dbujmai@upv.edu.es::1218fd7a-844c-42f9-a342-8460c647aec0" providerId="AD" clId="Web-{1D472F7E-0EF7-1DCC-806E-F44AFBB466C2}" dt="2026-05-01T16:43:23.864" v="853" actId="1076"/>
          <ac:spMkLst>
            <pc:docMk/>
            <pc:sldMk cId="1602429754" sldId="312"/>
            <ac:spMk id="2" creationId="{7C5B1F3B-4E45-F411-7E96-994364BB011A}"/>
          </ac:spMkLst>
        </pc:spChg>
        <pc:spChg chg="mod">
          <ac:chgData name="David Bujeda Maicas" userId="S::dbujmai@upv.edu.es::1218fd7a-844c-42f9-a342-8460c647aec0" providerId="AD" clId="Web-{1D472F7E-0EF7-1DCC-806E-F44AFBB466C2}" dt="2026-05-01T16:49:16.906" v="893" actId="1076"/>
          <ac:spMkLst>
            <pc:docMk/>
            <pc:sldMk cId="1602429754" sldId="312"/>
            <ac:spMk id="6" creationId="{FA532113-0DEE-BEBA-0ECA-6C883CD845D9}"/>
          </ac:spMkLst>
        </pc:spChg>
        <pc:spChg chg="add mod">
          <ac:chgData name="David Bujeda Maicas" userId="S::dbujmai@upv.edu.es::1218fd7a-844c-42f9-a342-8460c647aec0" providerId="AD" clId="Web-{1D472F7E-0EF7-1DCC-806E-F44AFBB466C2}" dt="2026-05-01T16:43:23.848" v="850" actId="1076"/>
          <ac:spMkLst>
            <pc:docMk/>
            <pc:sldMk cId="1602429754" sldId="312"/>
            <ac:spMk id="8" creationId="{32B368C1-DCA2-C092-447A-FE10763F514F}"/>
          </ac:spMkLst>
        </pc:spChg>
        <pc:spChg chg="mod">
          <ac:chgData name="David Bujeda Maicas" userId="S::dbujmai@upv.edu.es::1218fd7a-844c-42f9-a342-8460c647aec0" providerId="AD" clId="Web-{1D472F7E-0EF7-1DCC-806E-F44AFBB466C2}" dt="2026-05-01T16:43:23.864" v="855" actId="1076"/>
          <ac:spMkLst>
            <pc:docMk/>
            <pc:sldMk cId="1602429754" sldId="312"/>
            <ac:spMk id="10" creationId="{1CC41EB5-514B-8F42-9A0C-75A5A1EEF99A}"/>
          </ac:spMkLst>
        </pc:spChg>
        <pc:spChg chg="mod">
          <ac:chgData name="David Bujeda Maicas" userId="S::dbujmai@upv.edu.es::1218fd7a-844c-42f9-a342-8460c647aec0" providerId="AD" clId="Web-{1D472F7E-0EF7-1DCC-806E-F44AFBB466C2}" dt="2026-05-01T16:43:23.832" v="848" actId="1076"/>
          <ac:spMkLst>
            <pc:docMk/>
            <pc:sldMk cId="1602429754" sldId="312"/>
            <ac:spMk id="11" creationId="{2EE6D594-A2E9-46A5-D45D-3171264C1A78}"/>
          </ac:spMkLst>
        </pc:spChg>
        <pc:spChg chg="add mod">
          <ac:chgData name="David Bujeda Maicas" userId="S::dbujmai@upv.edu.es::1218fd7a-844c-42f9-a342-8460c647aec0" providerId="AD" clId="Web-{1D472F7E-0EF7-1DCC-806E-F44AFBB466C2}" dt="2026-05-01T16:43:23.848" v="852" actId="1076"/>
          <ac:spMkLst>
            <pc:docMk/>
            <pc:sldMk cId="1602429754" sldId="312"/>
            <ac:spMk id="14" creationId="{FC9BA9CE-CED4-B61E-216F-E380623F7AE2}"/>
          </ac:spMkLst>
        </pc:spChg>
        <pc:spChg chg="add mod">
          <ac:chgData name="David Bujeda Maicas" userId="S::dbujmai@upv.edu.es::1218fd7a-844c-42f9-a342-8460c647aec0" providerId="AD" clId="Web-{1D472F7E-0EF7-1DCC-806E-F44AFBB466C2}" dt="2026-05-01T16:51:27.439" v="913" actId="20577"/>
          <ac:spMkLst>
            <pc:docMk/>
            <pc:sldMk cId="1602429754" sldId="312"/>
            <ac:spMk id="16" creationId="{8D7216DB-1AFB-BF90-74A7-117DAA444647}"/>
          </ac:spMkLst>
        </pc:spChg>
        <pc:spChg chg="add del">
          <ac:chgData name="David Bujeda Maicas" userId="S::dbujmai@upv.edu.es::1218fd7a-844c-42f9-a342-8460c647aec0" providerId="AD" clId="Web-{1D472F7E-0EF7-1DCC-806E-F44AFBB466C2}" dt="2026-05-01T16:40:45.924" v="820"/>
          <ac:spMkLst>
            <pc:docMk/>
            <pc:sldMk cId="1602429754" sldId="312"/>
            <ac:spMk id="17" creationId="{56F92F2E-6DED-AE16-472F-BE4D7045879A}"/>
          </ac:spMkLst>
        </pc:spChg>
        <pc:spChg chg="add mod">
          <ac:chgData name="David Bujeda Maicas" userId="S::dbujmai@upv.edu.es::1218fd7a-844c-42f9-a342-8460c647aec0" providerId="AD" clId="Web-{1D472F7E-0EF7-1DCC-806E-F44AFBB466C2}" dt="2026-05-01T16:43:23.879" v="856" actId="1076"/>
          <ac:spMkLst>
            <pc:docMk/>
            <pc:sldMk cId="1602429754" sldId="312"/>
            <ac:spMk id="18" creationId="{F1E5632E-BC9C-DE64-10DA-2C1A05D873E4}"/>
          </ac:spMkLst>
        </pc:spChg>
        <pc:spChg chg="add mod">
          <ac:chgData name="David Bujeda Maicas" userId="S::dbujmai@upv.edu.es::1218fd7a-844c-42f9-a342-8460c647aec0" providerId="AD" clId="Web-{1D472F7E-0EF7-1DCC-806E-F44AFBB466C2}" dt="2026-05-01T16:49:16.922" v="894" actId="1076"/>
          <ac:spMkLst>
            <pc:docMk/>
            <pc:sldMk cId="1602429754" sldId="312"/>
            <ac:spMk id="19" creationId="{553C1725-95C8-093E-DEA5-FC073C15269B}"/>
          </ac:spMkLst>
        </pc:spChg>
        <pc:spChg chg="add mod">
          <ac:chgData name="David Bujeda Maicas" userId="S::dbujmai@upv.edu.es::1218fd7a-844c-42f9-a342-8460c647aec0" providerId="AD" clId="Web-{1D472F7E-0EF7-1DCC-806E-F44AFBB466C2}" dt="2026-05-01T16:43:23.879" v="858" actId="1076"/>
          <ac:spMkLst>
            <pc:docMk/>
            <pc:sldMk cId="1602429754" sldId="312"/>
            <ac:spMk id="20" creationId="{6E72BB76-30B4-6C23-6997-B80305F56FEC}"/>
          </ac:spMkLst>
        </pc:spChg>
        <pc:graphicFrameChg chg="del">
          <ac:chgData name="David Bujeda Maicas" userId="S::dbujmai@upv.edu.es::1218fd7a-844c-42f9-a342-8460c647aec0" providerId="AD" clId="Web-{1D472F7E-0EF7-1DCC-806E-F44AFBB466C2}" dt="2026-05-01T16:45:54.699" v="861"/>
          <ac:graphicFrameMkLst>
            <pc:docMk/>
            <pc:sldMk cId="1602429754" sldId="312"/>
            <ac:graphicFrameMk id="13" creationId="{E1398441-A961-697C-D723-9AE80F2C92A3}"/>
          </ac:graphicFrameMkLst>
        </pc:graphicFrameChg>
        <pc:graphicFrameChg chg="del mod modGraphic">
          <ac:chgData name="David Bujeda Maicas" userId="S::dbujmai@upv.edu.es::1218fd7a-844c-42f9-a342-8460c647aec0" providerId="AD" clId="Web-{1D472F7E-0EF7-1DCC-806E-F44AFBB466C2}" dt="2026-05-01T16:47:37.061" v="876"/>
          <ac:graphicFrameMkLst>
            <pc:docMk/>
            <pc:sldMk cId="1602429754" sldId="312"/>
            <ac:graphicFrameMk id="15" creationId="{F5A07856-270F-BDA3-B7D3-D3E714385C35}"/>
          </ac:graphicFrameMkLst>
        </pc:graphicFrameChg>
        <pc:picChg chg="add mod">
          <ac:chgData name="David Bujeda Maicas" userId="S::dbujmai@upv.edu.es::1218fd7a-844c-42f9-a342-8460c647aec0" providerId="AD" clId="Web-{1D472F7E-0EF7-1DCC-806E-F44AFBB466C2}" dt="2026-05-01T16:43:23.832" v="849" actId="1076"/>
          <ac:picMkLst>
            <pc:docMk/>
            <pc:sldMk cId="1602429754" sldId="312"/>
            <ac:picMk id="3" creationId="{7621DF48-FAE0-DD2D-789F-132B14182B68}"/>
          </ac:picMkLst>
        </pc:picChg>
        <pc:picChg chg="mod">
          <ac:chgData name="David Bujeda Maicas" userId="S::dbujmai@upv.edu.es::1218fd7a-844c-42f9-a342-8460c647aec0" providerId="AD" clId="Web-{1D472F7E-0EF7-1DCC-806E-F44AFBB466C2}" dt="2026-05-01T16:43:23.817" v="847" actId="1076"/>
          <ac:picMkLst>
            <pc:docMk/>
            <pc:sldMk cId="1602429754" sldId="312"/>
            <ac:picMk id="9" creationId="{F02FD6D7-29DF-AFC6-D07B-D9E78144ACD3}"/>
          </ac:picMkLst>
        </pc:picChg>
        <pc:picChg chg="add mod">
          <ac:chgData name="David Bujeda Maicas" userId="S::dbujmai@upv.edu.es::1218fd7a-844c-42f9-a342-8460c647aec0" providerId="AD" clId="Web-{1D472F7E-0EF7-1DCC-806E-F44AFBB466C2}" dt="2026-05-01T16:43:23.848" v="851" actId="1076"/>
          <ac:picMkLst>
            <pc:docMk/>
            <pc:sldMk cId="1602429754" sldId="312"/>
            <ac:picMk id="12" creationId="{86E9B137-A669-8CEC-29D0-6EB50BA9C254}"/>
          </ac:picMkLst>
        </pc:picChg>
      </pc:sldChg>
      <pc:sldChg chg="modSp">
        <pc:chgData name="David Bujeda Maicas" userId="S::dbujmai@upv.edu.es::1218fd7a-844c-42f9-a342-8460c647aec0" providerId="AD" clId="Web-{1D472F7E-0EF7-1DCC-806E-F44AFBB466C2}" dt="2026-05-01T16:56:32.714" v="976" actId="20577"/>
        <pc:sldMkLst>
          <pc:docMk/>
          <pc:sldMk cId="73622069" sldId="313"/>
        </pc:sldMkLst>
        <pc:spChg chg="mod">
          <ac:chgData name="David Bujeda Maicas" userId="S::dbujmai@upv.edu.es::1218fd7a-844c-42f9-a342-8460c647aec0" providerId="AD" clId="Web-{1D472F7E-0EF7-1DCC-806E-F44AFBB466C2}" dt="2026-05-01T16:56:32.714" v="976" actId="20577"/>
          <ac:spMkLst>
            <pc:docMk/>
            <pc:sldMk cId="73622069" sldId="313"/>
            <ac:spMk id="2" creationId="{5C3DEA18-2959-E223-3638-3340F6EFA92C}"/>
          </ac:spMkLst>
        </pc:spChg>
      </pc:sldChg>
      <pc:sldChg chg="modSp">
        <pc:chgData name="David Bujeda Maicas" userId="S::dbujmai@upv.edu.es::1218fd7a-844c-42f9-a342-8460c647aec0" providerId="AD" clId="Web-{1D472F7E-0EF7-1DCC-806E-F44AFBB466C2}" dt="2026-05-01T17:04:24.988" v="1040" actId="20577"/>
        <pc:sldMkLst>
          <pc:docMk/>
          <pc:sldMk cId="236852226" sldId="314"/>
        </pc:sldMkLst>
        <pc:spChg chg="mod">
          <ac:chgData name="David Bujeda Maicas" userId="S::dbujmai@upv.edu.es::1218fd7a-844c-42f9-a342-8460c647aec0" providerId="AD" clId="Web-{1D472F7E-0EF7-1DCC-806E-F44AFBB466C2}" dt="2026-05-01T17:04:24.988" v="1040" actId="20577"/>
          <ac:spMkLst>
            <pc:docMk/>
            <pc:sldMk cId="236852226" sldId="314"/>
            <ac:spMk id="2" creationId="{77E98271-6147-BE61-E759-F2B86E9337FE}"/>
          </ac:spMkLst>
        </pc:spChg>
        <pc:spChg chg="mod">
          <ac:chgData name="David Bujeda Maicas" userId="S::dbujmai@upv.edu.es::1218fd7a-844c-42f9-a342-8460c647aec0" providerId="AD" clId="Web-{1D472F7E-0EF7-1DCC-806E-F44AFBB466C2}" dt="2026-05-01T16:56:00.024" v="954" actId="1076"/>
          <ac:spMkLst>
            <pc:docMk/>
            <pc:sldMk cId="236852226" sldId="314"/>
            <ac:spMk id="9" creationId="{0975C155-4FA7-05AE-0C3C-69B8DE03D0B0}"/>
          </ac:spMkLst>
        </pc:spChg>
        <pc:picChg chg="mod">
          <ac:chgData name="David Bujeda Maicas" userId="S::dbujmai@upv.edu.es::1218fd7a-844c-42f9-a342-8460c647aec0" providerId="AD" clId="Web-{1D472F7E-0EF7-1DCC-806E-F44AFBB466C2}" dt="2026-05-01T17:03:19.812" v="1006" actId="1076"/>
          <ac:picMkLst>
            <pc:docMk/>
            <pc:sldMk cId="236852226" sldId="314"/>
            <ac:picMk id="5" creationId="{60254550-7D74-A084-EDA1-1928E6410107}"/>
          </ac:picMkLst>
        </pc:picChg>
      </pc:sldChg>
      <pc:sldChg chg="delSp del">
        <pc:chgData name="David Bujeda Maicas" userId="S::dbujmai@upv.edu.es::1218fd7a-844c-42f9-a342-8460c647aec0" providerId="AD" clId="Web-{1D472F7E-0EF7-1DCC-806E-F44AFBB466C2}" dt="2026-05-01T15:23:03.130" v="39"/>
        <pc:sldMkLst>
          <pc:docMk/>
          <pc:sldMk cId="2456955853" sldId="315"/>
        </pc:sldMkLst>
        <pc:picChg chg="del">
          <ac:chgData name="David Bujeda Maicas" userId="S::dbujmai@upv.edu.es::1218fd7a-844c-42f9-a342-8460c647aec0" providerId="AD" clId="Web-{1D472F7E-0EF7-1DCC-806E-F44AFBB466C2}" dt="2026-05-01T15:20:25.895" v="2"/>
          <ac:picMkLst>
            <pc:docMk/>
            <pc:sldMk cId="2456955853" sldId="315"/>
            <ac:picMk id="6" creationId="{E62382D7-E5FD-41B4-4845-865D7D5F10AC}"/>
          </ac:picMkLst>
        </pc:picChg>
        <pc:picChg chg="del">
          <ac:chgData name="David Bujeda Maicas" userId="S::dbujmai@upv.edu.es::1218fd7a-844c-42f9-a342-8460c647aec0" providerId="AD" clId="Web-{1D472F7E-0EF7-1DCC-806E-F44AFBB466C2}" dt="2026-05-01T15:20:53.958" v="9"/>
          <ac:picMkLst>
            <pc:docMk/>
            <pc:sldMk cId="2456955853" sldId="315"/>
            <ac:picMk id="8" creationId="{953A1107-0EF1-3E8B-87E6-0F0A347AC391}"/>
          </ac:picMkLst>
        </pc:picChg>
        <pc:picChg chg="del">
          <ac:chgData name="David Bujeda Maicas" userId="S::dbujmai@upv.edu.es::1218fd7a-844c-42f9-a342-8460c647aec0" providerId="AD" clId="Web-{1D472F7E-0EF7-1DCC-806E-F44AFBB466C2}" dt="2026-05-01T15:21:27.208" v="18"/>
          <ac:picMkLst>
            <pc:docMk/>
            <pc:sldMk cId="2456955853" sldId="315"/>
            <ac:picMk id="10" creationId="{B9683474-3D5C-0CB7-B6B7-5BDC8A471DDE}"/>
          </ac:picMkLst>
        </pc:picChg>
        <pc:picChg chg="del">
          <ac:chgData name="David Bujeda Maicas" userId="S::dbujmai@upv.edu.es::1218fd7a-844c-42f9-a342-8460c647aec0" providerId="AD" clId="Web-{1D472F7E-0EF7-1DCC-806E-F44AFBB466C2}" dt="2026-05-01T15:22:31.895" v="34"/>
          <ac:picMkLst>
            <pc:docMk/>
            <pc:sldMk cId="2456955853" sldId="315"/>
            <ac:picMk id="14" creationId="{6732F710-6152-EDD9-67CC-232FD2D45768}"/>
          </ac:picMkLst>
        </pc:picChg>
      </pc:sldChg>
      <pc:sldChg chg="addSp delSp modSp add replId">
        <pc:chgData name="David Bujeda Maicas" userId="S::dbujmai@upv.edu.es::1218fd7a-844c-42f9-a342-8460c647aec0" providerId="AD" clId="Web-{1D472F7E-0EF7-1DCC-806E-F44AFBB466C2}" dt="2026-05-01T15:53:54.274" v="599" actId="20577"/>
        <pc:sldMkLst>
          <pc:docMk/>
          <pc:sldMk cId="1801328247" sldId="316"/>
        </pc:sldMkLst>
        <pc:spChg chg="mod">
          <ac:chgData name="David Bujeda Maicas" userId="S::dbujmai@upv.edu.es::1218fd7a-844c-42f9-a342-8460c647aec0" providerId="AD" clId="Web-{1D472F7E-0EF7-1DCC-806E-F44AFBB466C2}" dt="2026-05-01T15:53:54.274" v="599" actId="20577"/>
          <ac:spMkLst>
            <pc:docMk/>
            <pc:sldMk cId="1801328247" sldId="316"/>
            <ac:spMk id="2" creationId="{E4F19DB7-4975-742E-C0A3-E1AB091CBB2C}"/>
          </ac:spMkLst>
        </pc:spChg>
        <pc:spChg chg="del">
          <ac:chgData name="David Bujeda Maicas" userId="S::dbujmai@upv.edu.es::1218fd7a-844c-42f9-a342-8460c647aec0" providerId="AD" clId="Web-{1D472F7E-0EF7-1DCC-806E-F44AFBB466C2}" dt="2026-05-01T15:20:16.723" v="1"/>
          <ac:spMkLst>
            <pc:docMk/>
            <pc:sldMk cId="1801328247" sldId="316"/>
            <ac:spMk id="4" creationId="{FEA9F8FA-74AF-2540-2B0B-9044755C2E1E}"/>
          </ac:spMkLst>
        </pc:spChg>
        <pc:spChg chg="add mod">
          <ac:chgData name="David Bujeda Maicas" userId="S::dbujmai@upv.edu.es::1218fd7a-844c-42f9-a342-8460c647aec0" providerId="AD" clId="Web-{1D472F7E-0EF7-1DCC-806E-F44AFBB466C2}" dt="2026-05-01T15:27:08.569" v="92" actId="1076"/>
          <ac:spMkLst>
            <pc:docMk/>
            <pc:sldMk cId="1801328247" sldId="316"/>
            <ac:spMk id="10" creationId="{F6A1CFD3-70AC-F581-FE33-861E9116ED6C}"/>
          </ac:spMkLst>
        </pc:spChg>
        <pc:graphicFrameChg chg="del mod modGraphic">
          <ac:chgData name="David Bujeda Maicas" userId="S::dbujmai@upv.edu.es::1218fd7a-844c-42f9-a342-8460c647aec0" providerId="AD" clId="Web-{1D472F7E-0EF7-1DCC-806E-F44AFBB466C2}" dt="2026-05-01T15:51:26.586" v="586"/>
          <ac:graphicFrameMkLst>
            <pc:docMk/>
            <pc:sldMk cId="1801328247" sldId="316"/>
            <ac:graphicFrameMk id="9" creationId="{1B4C8D15-94B7-F219-086B-A912F5A301F6}"/>
          </ac:graphicFrameMkLst>
        </pc:graphicFrameChg>
        <pc:picChg chg="add mod">
          <ac:chgData name="David Bujeda Maicas" userId="S::dbujmai@upv.edu.es::1218fd7a-844c-42f9-a342-8460c647aec0" providerId="AD" clId="Web-{1D472F7E-0EF7-1DCC-806E-F44AFBB466C2}" dt="2026-05-01T15:27:08.522" v="89" actId="1076"/>
          <ac:picMkLst>
            <pc:docMk/>
            <pc:sldMk cId="1801328247" sldId="316"/>
            <ac:picMk id="5" creationId="{CF19D5EA-7120-3EC1-9FAC-E8F826FBB04B}"/>
          </ac:picMkLst>
        </pc:picChg>
        <pc:picChg chg="add del mod">
          <ac:chgData name="David Bujeda Maicas" userId="S::dbujmai@upv.edu.es::1218fd7a-844c-42f9-a342-8460c647aec0" providerId="AD" clId="Web-{1D472F7E-0EF7-1DCC-806E-F44AFBB466C2}" dt="2026-05-01T15:20:49.223" v="8"/>
          <ac:picMkLst>
            <pc:docMk/>
            <pc:sldMk cId="1801328247" sldId="316"/>
            <ac:picMk id="6" creationId="{D4C28FA5-0CF1-EDEC-306B-512CB0761994}"/>
          </ac:picMkLst>
        </pc:picChg>
        <pc:picChg chg="add mod">
          <ac:chgData name="David Bujeda Maicas" userId="S::dbujmai@upv.edu.es::1218fd7a-844c-42f9-a342-8460c647aec0" providerId="AD" clId="Web-{1D472F7E-0EF7-1DCC-806E-F44AFBB466C2}" dt="2026-05-01T15:27:08.537" v="90" actId="1076"/>
          <ac:picMkLst>
            <pc:docMk/>
            <pc:sldMk cId="1801328247" sldId="316"/>
            <ac:picMk id="7" creationId="{371D7E71-E4C0-F4DF-5A85-265A194CDB2B}"/>
          </ac:picMkLst>
        </pc:picChg>
        <pc:picChg chg="add mod">
          <ac:chgData name="David Bujeda Maicas" userId="S::dbujmai@upv.edu.es::1218fd7a-844c-42f9-a342-8460c647aec0" providerId="AD" clId="Web-{1D472F7E-0EF7-1DCC-806E-F44AFBB466C2}" dt="2026-05-01T15:27:08.553" v="91" actId="1076"/>
          <ac:picMkLst>
            <pc:docMk/>
            <pc:sldMk cId="1801328247" sldId="316"/>
            <ac:picMk id="8" creationId="{58DEB561-2EFD-48F6-4FD4-AE3DBDC1E818}"/>
          </ac:picMkLst>
        </pc:picChg>
      </pc:sldChg>
      <pc:sldChg chg="addSp delSp modSp add replId">
        <pc:chgData name="David Bujeda Maicas" userId="S::dbujmai@upv.edu.es::1218fd7a-844c-42f9-a342-8460c647aec0" providerId="AD" clId="Web-{1D472F7E-0EF7-1DCC-806E-F44AFBB466C2}" dt="2026-05-01T15:54:53.899" v="606"/>
        <pc:sldMkLst>
          <pc:docMk/>
          <pc:sldMk cId="3108282781" sldId="317"/>
        </pc:sldMkLst>
        <pc:spChg chg="mod">
          <ac:chgData name="David Bujeda Maicas" userId="S::dbujmai@upv.edu.es::1218fd7a-844c-42f9-a342-8460c647aec0" providerId="AD" clId="Web-{1D472F7E-0EF7-1DCC-806E-F44AFBB466C2}" dt="2026-05-01T15:54:48.103" v="605" actId="20577"/>
          <ac:spMkLst>
            <pc:docMk/>
            <pc:sldMk cId="3108282781" sldId="317"/>
            <ac:spMk id="2" creationId="{7D4E9375-82D3-9D58-A8EE-3A799DD90320}"/>
          </ac:spMkLst>
        </pc:spChg>
        <pc:spChg chg="add mod">
          <ac:chgData name="David Bujeda Maicas" userId="S::dbujmai@upv.edu.es::1218fd7a-844c-42f9-a342-8460c647aec0" providerId="AD" clId="Web-{1D472F7E-0EF7-1DCC-806E-F44AFBB466C2}" dt="2026-05-01T15:23:18.052" v="41" actId="14100"/>
          <ac:spMkLst>
            <pc:docMk/>
            <pc:sldMk cId="3108282781" sldId="317"/>
            <ac:spMk id="12" creationId="{58DB3666-1078-B4FA-C57B-7877C4D75C55}"/>
          </ac:spMkLst>
        </pc:spChg>
        <pc:graphicFrameChg chg="del">
          <ac:chgData name="David Bujeda Maicas" userId="S::dbujmai@upv.edu.es::1218fd7a-844c-42f9-a342-8460c647aec0" providerId="AD" clId="Web-{1D472F7E-0EF7-1DCC-806E-F44AFBB466C2}" dt="2026-05-01T15:54:53.899" v="606"/>
          <ac:graphicFrameMkLst>
            <pc:docMk/>
            <pc:sldMk cId="3108282781" sldId="317"/>
            <ac:graphicFrameMk id="4" creationId="{777B51F6-453F-DC0A-4E7C-85034863D9FB}"/>
          </ac:graphicFrameMkLst>
        </pc:graphicFrameChg>
        <pc:picChg chg="del">
          <ac:chgData name="David Bujeda Maicas" userId="S::dbujmai@upv.edu.es::1218fd7a-844c-42f9-a342-8460c647aec0" providerId="AD" clId="Web-{1D472F7E-0EF7-1DCC-806E-F44AFBB466C2}" dt="2026-05-01T15:22:14.786" v="29"/>
          <ac:picMkLst>
            <pc:docMk/>
            <pc:sldMk cId="3108282781" sldId="317"/>
            <ac:picMk id="5" creationId="{0A3554D6-C790-CBD7-13C4-8AC01068DE36}"/>
          </ac:picMkLst>
        </pc:picChg>
        <pc:picChg chg="add mod">
          <ac:chgData name="David Bujeda Maicas" userId="S::dbujmai@upv.edu.es::1218fd7a-844c-42f9-a342-8460c647aec0" providerId="AD" clId="Web-{1D472F7E-0EF7-1DCC-806E-F44AFBB466C2}" dt="2026-05-01T15:22:27.723" v="33" actId="1076"/>
          <ac:picMkLst>
            <pc:docMk/>
            <pc:sldMk cId="3108282781" sldId="317"/>
            <ac:picMk id="6" creationId="{3B4E8769-A1AA-529D-BB1F-A0552B0A1960}"/>
          </ac:picMkLst>
        </pc:picChg>
        <pc:picChg chg="del">
          <ac:chgData name="David Bujeda Maicas" userId="S::dbujmai@upv.edu.es::1218fd7a-844c-42f9-a342-8460c647aec0" providerId="AD" clId="Web-{1D472F7E-0EF7-1DCC-806E-F44AFBB466C2}" dt="2026-05-01T15:22:16.661" v="30"/>
          <ac:picMkLst>
            <pc:docMk/>
            <pc:sldMk cId="3108282781" sldId="317"/>
            <ac:picMk id="7" creationId="{337D55CA-6153-91B5-8F31-2252FC9A298D}"/>
          </ac:picMkLst>
        </pc:picChg>
        <pc:picChg chg="del">
          <ac:chgData name="David Bujeda Maicas" userId="S::dbujmai@upv.edu.es::1218fd7a-844c-42f9-a342-8460c647aec0" providerId="AD" clId="Web-{1D472F7E-0EF7-1DCC-806E-F44AFBB466C2}" dt="2026-05-01T15:22:18.395" v="31"/>
          <ac:picMkLst>
            <pc:docMk/>
            <pc:sldMk cId="3108282781" sldId="317"/>
            <ac:picMk id="8" creationId="{5F4F4A60-EF03-22B7-7F49-3452A4E443BB}"/>
          </ac:picMkLst>
        </pc:picChg>
        <pc:picChg chg="add mod">
          <ac:chgData name="David Bujeda Maicas" userId="S::dbujmai@upv.edu.es::1218fd7a-844c-42f9-a342-8460c647aec0" providerId="AD" clId="Web-{1D472F7E-0EF7-1DCC-806E-F44AFBB466C2}" dt="2026-05-01T15:22:46.333" v="38" actId="1076"/>
          <ac:picMkLst>
            <pc:docMk/>
            <pc:sldMk cId="3108282781" sldId="317"/>
            <ac:picMk id="10" creationId="{F23731BE-9BAC-D5FB-1A56-F280FB6A73CB}"/>
          </ac:picMkLst>
        </pc:picChg>
      </pc:sldChg>
      <pc:sldChg chg="delSp modSp add replId">
        <pc:chgData name="David Bujeda Maicas" userId="S::dbujmai@upv.edu.es::1218fd7a-844c-42f9-a342-8460c647aec0" providerId="AD" clId="Web-{1D472F7E-0EF7-1DCC-806E-F44AFBB466C2}" dt="2026-05-01T16:17:37.229" v="717" actId="1076"/>
        <pc:sldMkLst>
          <pc:docMk/>
          <pc:sldMk cId="1793670432" sldId="318"/>
        </pc:sldMkLst>
        <pc:spChg chg="mod">
          <ac:chgData name="David Bujeda Maicas" userId="S::dbujmai@upv.edu.es::1218fd7a-844c-42f9-a342-8460c647aec0" providerId="AD" clId="Web-{1D472F7E-0EF7-1DCC-806E-F44AFBB466C2}" dt="2026-05-01T16:17:37.229" v="717" actId="1076"/>
          <ac:spMkLst>
            <pc:docMk/>
            <pc:sldMk cId="1793670432" sldId="318"/>
            <ac:spMk id="2" creationId="{1671473A-C021-AEC1-90FF-B268BC4E5D45}"/>
          </ac:spMkLst>
        </pc:spChg>
        <pc:spChg chg="del">
          <ac:chgData name="David Bujeda Maicas" userId="S::dbujmai@upv.edu.es::1218fd7a-844c-42f9-a342-8460c647aec0" providerId="AD" clId="Web-{1D472F7E-0EF7-1DCC-806E-F44AFBB466C2}" dt="2026-05-01T16:16:21.868" v="696"/>
          <ac:spMkLst>
            <pc:docMk/>
            <pc:sldMk cId="1793670432" sldId="318"/>
            <ac:spMk id="5" creationId="{858B6B9E-56C4-8097-D1BD-9A17B43F6520}"/>
          </ac:spMkLst>
        </pc:spChg>
        <pc:spChg chg="del mod">
          <ac:chgData name="David Bujeda Maicas" userId="S::dbujmai@upv.edu.es::1218fd7a-844c-42f9-a342-8460c647aec0" providerId="AD" clId="Web-{1D472F7E-0EF7-1DCC-806E-F44AFBB466C2}" dt="2026-05-01T16:04:18.598" v="611"/>
          <ac:spMkLst>
            <pc:docMk/>
            <pc:sldMk cId="1793670432" sldId="318"/>
            <ac:spMk id="6" creationId="{3C99F939-5A23-66EF-E67B-536E3AD98D18}"/>
          </ac:spMkLst>
        </pc:spChg>
        <pc:spChg chg="del">
          <ac:chgData name="David Bujeda Maicas" userId="S::dbujmai@upv.edu.es::1218fd7a-844c-42f9-a342-8460c647aec0" providerId="AD" clId="Web-{1D472F7E-0EF7-1DCC-806E-F44AFBB466C2}" dt="2026-05-01T16:04:23.629" v="613"/>
          <ac:spMkLst>
            <pc:docMk/>
            <pc:sldMk cId="1793670432" sldId="318"/>
            <ac:spMk id="7" creationId="{6E2467FB-326D-53A4-9560-4A79C201F484}"/>
          </ac:spMkLst>
        </pc:spChg>
        <pc:spChg chg="mod">
          <ac:chgData name="David Bujeda Maicas" userId="S::dbujmai@upv.edu.es::1218fd7a-844c-42f9-a342-8460c647aec0" providerId="AD" clId="Web-{1D472F7E-0EF7-1DCC-806E-F44AFBB466C2}" dt="2026-05-01T16:04:37.535" v="621" actId="20577"/>
          <ac:spMkLst>
            <pc:docMk/>
            <pc:sldMk cId="1793670432" sldId="318"/>
            <ac:spMk id="16" creationId="{538AFAE3-A8BD-B5B7-74DB-F3928E66A5FF}"/>
          </ac:spMkLst>
        </pc:spChg>
        <pc:graphicFrameChg chg="del">
          <ac:chgData name="David Bujeda Maicas" userId="S::dbujmai@upv.edu.es::1218fd7a-844c-42f9-a342-8460c647aec0" providerId="AD" clId="Web-{1D472F7E-0EF7-1DCC-806E-F44AFBB466C2}" dt="2026-05-01T16:15:19.725" v="694"/>
          <ac:graphicFrameMkLst>
            <pc:docMk/>
            <pc:sldMk cId="1793670432" sldId="318"/>
            <ac:graphicFrameMk id="4" creationId="{50D4F52D-D322-F43A-DAA5-5DFE38CB8482}"/>
          </ac:graphicFrameMkLst>
        </pc:graphicFrameChg>
        <pc:graphicFrameChg chg="del">
          <ac:chgData name="David Bujeda Maicas" userId="S::dbujmai@upv.edu.es::1218fd7a-844c-42f9-a342-8460c647aec0" providerId="AD" clId="Web-{1D472F7E-0EF7-1DCC-806E-F44AFBB466C2}" dt="2026-05-01T16:16:01.242" v="695"/>
          <ac:graphicFrameMkLst>
            <pc:docMk/>
            <pc:sldMk cId="1793670432" sldId="318"/>
            <ac:graphicFrameMk id="4" creationId="{E7C20CD3-DD1F-5BDD-25C7-9756DD7B3FD4}"/>
          </ac:graphicFrameMkLst>
        </pc:graphicFrameChg>
        <pc:picChg chg="del">
          <ac:chgData name="David Bujeda Maicas" userId="S::dbujmai@upv.edu.es::1218fd7a-844c-42f9-a342-8460c647aec0" providerId="AD" clId="Web-{1D472F7E-0EF7-1DCC-806E-F44AFBB466C2}" dt="2026-05-01T16:04:21.066" v="612"/>
          <ac:picMkLst>
            <pc:docMk/>
            <pc:sldMk cId="1793670432" sldId="318"/>
            <ac:picMk id="9" creationId="{BAE2E658-3154-717D-4DF8-9D6590971D7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02/05/2026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02/05/2026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09634-1E9E-85D2-CAD5-D35B16367E9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B5A6ECF-1F0B-E208-B1F5-33A385AFB2A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C024530-CAC2-4BC0-CD20-DC437105CC3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4E7C4C69-7BA5-282B-477F-AA99EF72FCEE}"/>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18888952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4F45F-F8D6-B76F-9572-CF7EA65A00C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DA33D44-2731-CD7E-0170-7090B71FFB9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84711E1-9BB5-C42C-D513-E2C1B83AE5D6}"/>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32AD69D-87F4-2C88-B267-250C5C1414DF}"/>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34636266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6AA27-51E2-1F96-3648-F695BE1ACD0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B23CFBB-CEEE-FC7E-3BCC-0E9557F3701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2990907-D4B4-5B93-ACF2-8FA5EF01A8D7}"/>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B7426DF8-471B-BA9B-58B2-6015E06661B5}"/>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22968840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0B260-8B84-165F-C8E4-150981366D3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9E78CCC-EA3E-E44F-6451-FE4461BEF0F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2A24A65-81DE-E700-977A-DFF7289A2A0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C7397480-5E45-D25F-01B9-8918E7DC8956}"/>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13662816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B5471-E534-19C2-A66C-4C48C35F3CD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B355AFD-3BF1-40C3-436D-243291A205A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CA27137-59A0-76B3-EAEF-0CBE0474B9C9}"/>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A5914A53-E3FD-E4FB-EFB7-BD3A8D2E6B22}"/>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4227991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A798E-E12E-BD68-4005-4F037AF369B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E357EAC-A526-F2B8-C26E-CD19E2F79F7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F3C867E-E06C-16E9-6F4F-DA1583EDF4F6}"/>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F13BBC41-F1F8-33F9-2F76-9D06962F1520}"/>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33590484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E57E6-278D-265F-6619-3AB67DF8450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0F3389B-C10C-6037-1D74-A6BF0BF1833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1A7EE14-664B-D3D4-6F91-B7F7FA522CFC}"/>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C16A96C0-6117-9B7A-CC41-5D5EF7DF7C8C}"/>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31065756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0DE69-8428-DF31-84FD-FB9B2F69F5E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7FD1CC-BB9C-04DB-5735-9996AF1BDEE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4586830-CAB7-7F99-BD57-AF028E245C3B}"/>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6A055F0B-0048-64A8-104C-5946C26FDB62}"/>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40608236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34331159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12144-FCBE-6A8A-A0AE-4B9D57DA8E1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B7E8D5-CF3D-FB31-A479-FE9B4678B44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98ECD-779C-B147-FA65-387301E8BDD7}"/>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A4D029A2-BBAC-779C-5358-BB9C7A2A122B}"/>
              </a:ext>
            </a:extLst>
          </p:cNvPr>
          <p:cNvSpPr>
            <a:spLocks noGrp="1"/>
          </p:cNvSpPr>
          <p:nvPr>
            <p:ph type="sldNum" sz="quarter" idx="5"/>
          </p:nvPr>
        </p:nvSpPr>
        <p:spPr/>
        <p:txBody>
          <a:bodyPr/>
          <a:lstStyle/>
          <a:p>
            <a:fld id="{676223B9-C868-4436-87D9-1A3152E1157A}" type="slidenum">
              <a:rPr lang="es-ES" smtClean="0"/>
              <a:t>19</a:t>
            </a:fld>
            <a:endParaRPr lang="es-ES"/>
          </a:p>
        </p:txBody>
      </p:sp>
    </p:spTree>
    <p:extLst>
      <p:ext uri="{BB962C8B-B14F-4D97-AF65-F5344CB8AC3E}">
        <p14:creationId xmlns:p14="http://schemas.microsoft.com/office/powerpoint/2010/main" val="36645198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9C354-F0F4-91C5-3347-6BEB94D7CE2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B83AD47-816D-C4AA-6315-2FC64982C5F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B9060FF-4F07-2B65-71FE-8DE6AD9B12B6}"/>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DA54997C-BDFA-1C5D-7C28-5096D03E2582}"/>
              </a:ext>
            </a:extLst>
          </p:cNvPr>
          <p:cNvSpPr>
            <a:spLocks noGrp="1"/>
          </p:cNvSpPr>
          <p:nvPr>
            <p:ph type="sldNum" sz="quarter" idx="5"/>
          </p:nvPr>
        </p:nvSpPr>
        <p:spPr/>
        <p:txBody>
          <a:bodyPr/>
          <a:lstStyle/>
          <a:p>
            <a:fld id="{676223B9-C868-4436-87D9-1A3152E1157A}" type="slidenum">
              <a:rPr lang="es-ES" smtClean="0"/>
              <a:t>20</a:t>
            </a:fld>
            <a:endParaRPr lang="es-ES"/>
          </a:p>
        </p:txBody>
      </p:sp>
    </p:spTree>
    <p:extLst>
      <p:ext uri="{BB962C8B-B14F-4D97-AF65-F5344CB8AC3E}">
        <p14:creationId xmlns:p14="http://schemas.microsoft.com/office/powerpoint/2010/main" val="16919159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CCDFD-E4E7-0550-A60A-9E4E1D922A9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E1E7856-DD1F-53E4-8B59-CCEC354B777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050FBC1-C6F9-CD88-52D8-331FECDA5291}"/>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0A6BCC74-78AE-103D-4242-F0E2A6D899BA}"/>
              </a:ext>
            </a:extLst>
          </p:cNvPr>
          <p:cNvSpPr>
            <a:spLocks noGrp="1"/>
          </p:cNvSpPr>
          <p:nvPr>
            <p:ph type="sldNum" sz="quarter" idx="5"/>
          </p:nvPr>
        </p:nvSpPr>
        <p:spPr/>
        <p:txBody>
          <a:bodyPr/>
          <a:lstStyle/>
          <a:p>
            <a:fld id="{676223B9-C868-4436-87D9-1A3152E1157A}" type="slidenum">
              <a:rPr lang="es-ES" smtClean="0"/>
              <a:t>21</a:t>
            </a:fld>
            <a:endParaRPr lang="es-ES"/>
          </a:p>
        </p:txBody>
      </p:sp>
    </p:spTree>
    <p:extLst>
      <p:ext uri="{BB962C8B-B14F-4D97-AF65-F5344CB8AC3E}">
        <p14:creationId xmlns:p14="http://schemas.microsoft.com/office/powerpoint/2010/main" val="772525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18B0B-1527-F1CE-B7C6-3A4EEEE44FB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D26890C-BFDE-EB57-C86A-5199A0D962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EEF1C62-7FB2-EC14-4109-CC2B3204CEB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388CFB6A-4B50-8F81-53B5-44C94D279BC8}"/>
              </a:ext>
            </a:extLst>
          </p:cNvPr>
          <p:cNvSpPr>
            <a:spLocks noGrp="1"/>
          </p:cNvSpPr>
          <p:nvPr>
            <p:ph type="sldNum" sz="quarter" idx="5"/>
          </p:nvPr>
        </p:nvSpPr>
        <p:spPr/>
        <p:txBody>
          <a:bodyPr/>
          <a:lstStyle/>
          <a:p>
            <a:fld id="{676223B9-C868-4436-87D9-1A3152E1157A}" type="slidenum">
              <a:rPr lang="es-ES" smtClean="0"/>
              <a:t>22</a:t>
            </a:fld>
            <a:endParaRPr lang="es-ES"/>
          </a:p>
        </p:txBody>
      </p:sp>
    </p:spTree>
    <p:extLst>
      <p:ext uri="{BB962C8B-B14F-4D97-AF65-F5344CB8AC3E}">
        <p14:creationId xmlns:p14="http://schemas.microsoft.com/office/powerpoint/2010/main" val="9155608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76223B9-C868-4436-87D9-1A3152E1157A}" type="slidenum">
              <a:rPr lang="es-ES" smtClean="0"/>
              <a:t>23</a:t>
            </a:fld>
            <a:endParaRPr lang="es-ES"/>
          </a:p>
        </p:txBody>
      </p:sp>
    </p:spTree>
    <p:extLst>
      <p:ext uri="{BB962C8B-B14F-4D97-AF65-F5344CB8AC3E}">
        <p14:creationId xmlns:p14="http://schemas.microsoft.com/office/powerpoint/2010/main" val="9422329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9112F-7FB7-4F49-F4F6-C1D0DC6ADB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90F532-536D-B583-3561-FD0C56234D4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C233B1A-142E-BC7B-FE19-6D22CE4082B2}"/>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685087E6-8FC6-B2E3-2D74-B3C5168F5568}"/>
              </a:ext>
            </a:extLst>
          </p:cNvPr>
          <p:cNvSpPr>
            <a:spLocks noGrp="1"/>
          </p:cNvSpPr>
          <p:nvPr>
            <p:ph type="sldNum" sz="quarter" idx="5"/>
          </p:nvPr>
        </p:nvSpPr>
        <p:spPr/>
        <p:txBody>
          <a:bodyPr/>
          <a:lstStyle/>
          <a:p>
            <a:fld id="{676223B9-C868-4436-87D9-1A3152E1157A}" type="slidenum">
              <a:rPr lang="es-ES" smtClean="0"/>
              <a:t>24</a:t>
            </a:fld>
            <a:endParaRPr lang="es-ES"/>
          </a:p>
        </p:txBody>
      </p:sp>
    </p:spTree>
    <p:extLst>
      <p:ext uri="{BB962C8B-B14F-4D97-AF65-F5344CB8AC3E}">
        <p14:creationId xmlns:p14="http://schemas.microsoft.com/office/powerpoint/2010/main" val="15818590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25</a:t>
            </a:fld>
            <a:endParaRPr lang="es-ES"/>
          </a:p>
        </p:txBody>
      </p:sp>
    </p:spTree>
    <p:extLst>
      <p:ext uri="{BB962C8B-B14F-4D97-AF65-F5344CB8AC3E}">
        <p14:creationId xmlns:p14="http://schemas.microsoft.com/office/powerpoint/2010/main" val="29059530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3BE0A-4FED-FF2A-A29F-A3D3BA9386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78D4508-C900-33E0-69A9-12D9A5EC8BE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3678FD2-F52A-F464-A6DC-9AE4044DCA67}"/>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A6FF2B29-AFFB-903E-D5AD-4E4E99BA5701}"/>
              </a:ext>
            </a:extLst>
          </p:cNvPr>
          <p:cNvSpPr>
            <a:spLocks noGrp="1"/>
          </p:cNvSpPr>
          <p:nvPr>
            <p:ph type="sldNum" sz="quarter" idx="5"/>
          </p:nvPr>
        </p:nvSpPr>
        <p:spPr/>
        <p:txBody>
          <a:bodyPr/>
          <a:lstStyle/>
          <a:p>
            <a:fld id="{676223B9-C868-4436-87D9-1A3152E1157A}" type="slidenum">
              <a:rPr lang="es-ES" smtClean="0"/>
              <a:t>26</a:t>
            </a:fld>
            <a:endParaRPr lang="es-ES"/>
          </a:p>
        </p:txBody>
      </p:sp>
    </p:spTree>
    <p:extLst>
      <p:ext uri="{BB962C8B-B14F-4D97-AF65-F5344CB8AC3E}">
        <p14:creationId xmlns:p14="http://schemas.microsoft.com/office/powerpoint/2010/main" val="1083298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2.0. COUPLERS</a:t>
            </a:r>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3" Type="http://schemas.openxmlformats.org/officeDocument/2006/relationships/image" Target="../media/image37.svg"/><Relationship Id="rId7" Type="http://schemas.openxmlformats.org/officeDocument/2006/relationships/image" Target="../media/image41.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5.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45.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26.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49.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2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err="1">
                <a:latin typeface="Lucida Sans"/>
                <a:cs typeface="Lucida Sans"/>
              </a:rPr>
              <a:t>Lab</a:t>
            </a:r>
            <a:r>
              <a:rPr lang="es-ES" sz="3200" b="1">
                <a:latin typeface="Lucida Sans"/>
                <a:cs typeface="Lucida Sans"/>
              </a:rPr>
              <a:t> Book 2.0. </a:t>
            </a:r>
            <a:r>
              <a:rPr lang="es-ES" sz="3200" b="1" err="1">
                <a:latin typeface="Lucida Sans"/>
                <a:cs typeface="Lucida Sans"/>
              </a:rPr>
              <a:t>Couplers</a:t>
            </a:r>
            <a:endParaRPr sz="320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err="1">
                <a:latin typeface="Arial"/>
                <a:cs typeface="Arial"/>
              </a:rPr>
              <a:t>Student</a:t>
            </a:r>
            <a:r>
              <a:rPr lang="es-ES" spc="165">
                <a:latin typeface="Arial"/>
                <a:cs typeface="Arial"/>
              </a:rPr>
              <a:t>: </a:t>
            </a:r>
            <a:endParaRPr sz="180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err="1">
                <a:latin typeface="+mj-lt"/>
                <a:cs typeface="Lucida Sans"/>
              </a:rPr>
              <a:t>Instructions</a:t>
            </a:r>
            <a:br>
              <a:rPr lang="es-ES" sz="2400" spc="-5">
                <a:latin typeface="+mj-lt"/>
                <a:cs typeface="Lucida Sans"/>
              </a:rPr>
            </a:br>
            <a:r>
              <a:rPr lang="es-ES" b="0" spc="-5">
                <a:latin typeface="+mj-lt"/>
                <a:cs typeface="Lucida Sans"/>
              </a:rPr>
              <a:t>General</a:t>
            </a:r>
            <a:endParaRPr sz="2400" b="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2.0. COUPLERS</a:t>
            </a:r>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a:solidFill>
                  <a:sysClr val="windowText" lastClr="000000"/>
                </a:solidFill>
                <a:sym typeface="Wingdings" pitchFamily="2" charset="2"/>
              </a:rPr>
              <a:t>Fork the repo: https://github.com/cccanvas-upv/cifoin-lab2.git</a:t>
            </a:r>
          </a:p>
          <a:p>
            <a:pPr marL="800100" lvl="1" indent="-342900" algn="just">
              <a:buFont typeface="Arial" panose="020B0604020202020204" pitchFamily="34" charset="0"/>
              <a:buChar char="•"/>
            </a:pPr>
            <a:r>
              <a:rPr lang="en-US" kern="0">
                <a:solidFill>
                  <a:sysClr val="windowText" lastClr="000000"/>
                </a:solidFill>
                <a:sym typeface="Wingdings" pitchFamily="2" charset="2"/>
              </a:rPr>
              <a:t>Clone the repo using </a:t>
            </a:r>
            <a:r>
              <a:rPr lang="en-US" kern="0" err="1">
                <a:solidFill>
                  <a:sysClr val="windowText" lastClr="000000"/>
                </a:solidFill>
                <a:sym typeface="Wingdings" pitchFamily="2" charset="2"/>
              </a:rPr>
              <a:t>VSCode</a:t>
            </a:r>
            <a:endParaRPr lang="en-US" kern="0">
              <a:solidFill>
                <a:sysClr val="windowText" lastClr="000000"/>
              </a:solidFill>
              <a:sym typeface="Wingdings" pitchFamily="2" charset="2"/>
            </a:endParaRPr>
          </a:p>
          <a:p>
            <a:pPr marL="800100" lvl="1" indent="-342900" algn="just">
              <a:buFont typeface="Arial" panose="020B0604020202020204" pitchFamily="34" charset="0"/>
              <a:buChar char="•"/>
            </a:pPr>
            <a:r>
              <a:rPr lang="en-US" kern="0">
                <a:solidFill>
                  <a:sysClr val="windowText" lastClr="000000"/>
                </a:solidFill>
                <a:sym typeface="Wingdings" pitchFamily="2" charset="2"/>
              </a:rPr>
              <a:t>Terminal + ‘</a:t>
            </a:r>
            <a:r>
              <a:rPr lang="en-US" kern="0" err="1">
                <a:solidFill>
                  <a:sysClr val="windowText" lastClr="000000"/>
                </a:solidFill>
                <a:sym typeface="Wingdings" pitchFamily="2" charset="2"/>
              </a:rPr>
              <a:t>uv</a:t>
            </a:r>
            <a:r>
              <a:rPr lang="en-US" kern="0">
                <a:solidFill>
                  <a:sysClr val="windowText" lastClr="000000"/>
                </a:solidFill>
                <a:sym typeface="Wingdings" pitchFamily="2" charset="2"/>
              </a:rPr>
              <a:t> sync’</a:t>
            </a:r>
          </a:p>
          <a:p>
            <a:pPr marL="342900" indent="-342900" algn="just">
              <a:buFont typeface="Arial" panose="020B0604020202020204" pitchFamily="34" charset="0"/>
              <a:buChar char="•"/>
            </a:pPr>
            <a:r>
              <a:rPr lang="en-US" kern="0">
                <a:solidFill>
                  <a:sysClr val="windowText" lastClr="000000"/>
                </a:solidFill>
              </a:rPr>
              <a:t>Run the </a:t>
            </a:r>
            <a:r>
              <a:rPr lang="en-US" kern="0" err="1">
                <a:solidFill>
                  <a:sysClr val="windowText" lastClr="000000"/>
                </a:solidFill>
              </a:rPr>
              <a:t>Jupyter</a:t>
            </a:r>
            <a:r>
              <a:rPr lang="en-US" kern="0">
                <a:solidFill>
                  <a:sysClr val="windowText" lastClr="000000"/>
                </a:solidFill>
              </a:rPr>
              <a:t> Notebook: </a:t>
            </a:r>
          </a:p>
          <a:p>
            <a:pPr marL="800100" lvl="1" indent="-342900" algn="just">
              <a:buFont typeface="Arial" panose="020B0604020202020204" pitchFamily="34" charset="0"/>
              <a:buChar char="•"/>
            </a:pPr>
            <a:r>
              <a:rPr lang="en-US" kern="0" err="1">
                <a:solidFill>
                  <a:sysClr val="windowText" lastClr="000000"/>
                </a:solidFill>
              </a:rPr>
              <a:t>COUPLERS_Student.ipynb</a:t>
            </a:r>
            <a:r>
              <a:rPr lang="en-US" kern="0">
                <a:solidFill>
                  <a:sysClr val="windowText" lastClr="000000"/>
                </a:solidFill>
              </a:rPr>
              <a:t> </a:t>
            </a:r>
          </a:p>
          <a:p>
            <a:pPr algn="just"/>
            <a:endParaRPr lang="en-US" b="1" i="1"/>
          </a:p>
          <a:p>
            <a:pPr algn="just"/>
            <a:r>
              <a:rPr lang="en-US" b="1" i="1"/>
              <a:t>Cross-Sections </a:t>
            </a:r>
            <a:r>
              <a:rPr lang="en-US" i="1"/>
              <a:t>to be studied:</a:t>
            </a:r>
            <a:endParaRPr lang="en-US" b="1" i="1"/>
          </a:p>
          <a:p>
            <a:pPr algn="just"/>
            <a:endParaRPr lang="en-US" sz="2000" b="1" i="1"/>
          </a:p>
          <a:p>
            <a:pPr algn="just"/>
            <a:endParaRPr lang="en-US" sz="2000" kern="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1241591"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97" name="object 62">
            <a:extLst>
              <a:ext uri="{FF2B5EF4-FFF2-40B4-BE49-F238E27FC236}">
                <a16:creationId xmlns:a16="http://schemas.microsoft.com/office/drawing/2014/main" id="{13E0425E-CEDF-CBC4-B34B-0CC3951920EA}"/>
              </a:ext>
            </a:extLst>
          </p:cNvPr>
          <p:cNvSpPr/>
          <p:nvPr/>
        </p:nvSpPr>
        <p:spPr>
          <a:xfrm>
            <a:off x="1795778"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229760"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a:latin typeface="Calibri"/>
                <a:cs typeface="Calibri"/>
              </a:rPr>
              <a:t>h</a:t>
            </a:r>
          </a:p>
          <a:p>
            <a:pPr marR="5080" algn="ctr">
              <a:lnSpc>
                <a:spcPct val="100000"/>
              </a:lnSpc>
              <a:spcBef>
                <a:spcPts val="5"/>
              </a:spcBef>
            </a:pPr>
            <a:r>
              <a:rPr sz="1400" spc="-10">
                <a:latin typeface="Calibri"/>
                <a:cs typeface="Calibri"/>
              </a:rPr>
              <a:t>(h</a:t>
            </a:r>
            <a:r>
              <a:rPr sz="1400">
                <a:latin typeface="Calibri"/>
                <a:cs typeface="Calibri"/>
              </a:rPr>
              <a:t>eig</a:t>
            </a:r>
            <a:r>
              <a:rPr sz="1400" spc="-25">
                <a:latin typeface="Calibri"/>
                <a:cs typeface="Calibri"/>
              </a:rPr>
              <a:t>h</a:t>
            </a:r>
            <a:r>
              <a:rPr sz="1400" spc="-5">
                <a:latin typeface="Calibri"/>
                <a:cs typeface="Calibri"/>
              </a:rPr>
              <a:t>t</a:t>
            </a:r>
            <a:r>
              <a:rPr sz="140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48179" y="4155787"/>
            <a:ext cx="914400" cy="89266"/>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073955" y="3856694"/>
            <a:ext cx="733425" cy="228909"/>
          </a:xfrm>
          <a:prstGeom prst="rect">
            <a:avLst/>
          </a:prstGeom>
        </p:spPr>
        <p:txBody>
          <a:bodyPr vert="horz" wrap="square" lIns="0" tIns="13335" rIns="0" bIns="0" rtlCol="0">
            <a:spAutoFit/>
          </a:bodyPr>
          <a:lstStyle/>
          <a:p>
            <a:pPr>
              <a:lnSpc>
                <a:spcPct val="100000"/>
              </a:lnSpc>
              <a:spcBef>
                <a:spcPts val="105"/>
              </a:spcBef>
            </a:pPr>
            <a:r>
              <a:rPr lang="es-ES" sz="1400" spc="5">
                <a:latin typeface="Calibri"/>
                <a:cs typeface="Calibri"/>
              </a:rPr>
              <a:t>w</a:t>
            </a:r>
            <a:r>
              <a:rPr sz="1400" spc="-65">
                <a:latin typeface="Calibri"/>
                <a:cs typeface="Calibri"/>
              </a:rPr>
              <a:t> </a:t>
            </a:r>
            <a:r>
              <a:rPr sz="1400" spc="-5">
                <a:latin typeface="Calibri"/>
                <a:cs typeface="Calibri"/>
              </a:rPr>
              <a:t>(width)</a:t>
            </a:r>
            <a:endParaRPr sz="140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352355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a:latin typeface="Times New Roman"/>
              <a:cs typeface="Times New Roman"/>
            </a:endParaRPr>
          </a:p>
          <a:p>
            <a:pPr marL="18415" algn="ctr">
              <a:lnSpc>
                <a:spcPct val="100000"/>
              </a:lnSpc>
            </a:pPr>
            <a:r>
              <a:rPr sz="1600" b="1" spc="-10">
                <a:latin typeface="Calibri"/>
                <a:cs typeface="Calibri"/>
              </a:rPr>
              <a:t>Core</a:t>
            </a:r>
            <a:endParaRPr sz="160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4421819" y="5309818"/>
            <a:ext cx="741045" cy="269240"/>
          </a:xfrm>
          <a:prstGeom prst="rect">
            <a:avLst/>
          </a:prstGeom>
        </p:spPr>
        <p:txBody>
          <a:bodyPr vert="horz" wrap="square" lIns="0" tIns="12065" rIns="0" bIns="0" rtlCol="0">
            <a:spAutoFit/>
          </a:bodyPr>
          <a:lstStyle/>
          <a:p>
            <a:pPr>
              <a:lnSpc>
                <a:spcPct val="100000"/>
              </a:lnSpc>
              <a:spcBef>
                <a:spcPts val="95"/>
              </a:spcBef>
            </a:pPr>
            <a:r>
              <a:rPr sz="1600" b="1" spc="-10">
                <a:latin typeface="Calibri"/>
                <a:cs typeface="Calibri"/>
              </a:rPr>
              <a:t>Cladding</a:t>
            </a:r>
            <a:endParaRPr sz="160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239000"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114" name="object 64">
            <a:extLst>
              <a:ext uri="{FF2B5EF4-FFF2-40B4-BE49-F238E27FC236}">
                <a16:creationId xmlns:a16="http://schemas.microsoft.com/office/drawing/2014/main" id="{D9E5D738-CA47-1898-E0D8-DFBC514F5A50}"/>
              </a:ext>
            </a:extLst>
          </p:cNvPr>
          <p:cNvSpPr/>
          <p:nvPr/>
        </p:nvSpPr>
        <p:spPr>
          <a:xfrm>
            <a:off x="7663179" y="4163346"/>
            <a:ext cx="3165333" cy="48374"/>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10954" y="3926878"/>
            <a:ext cx="733425" cy="228909"/>
          </a:xfrm>
          <a:prstGeom prst="rect">
            <a:avLst/>
          </a:prstGeom>
        </p:spPr>
        <p:txBody>
          <a:bodyPr vert="horz" wrap="square" lIns="0" tIns="13335" rIns="0" bIns="0" rtlCol="0">
            <a:spAutoFit/>
          </a:bodyPr>
          <a:lstStyle/>
          <a:p>
            <a:pPr>
              <a:lnSpc>
                <a:spcPct val="100000"/>
              </a:lnSpc>
              <a:spcBef>
                <a:spcPts val="105"/>
              </a:spcBef>
            </a:pPr>
            <a:r>
              <a:rPr lang="es-ES" sz="1400" spc="5">
                <a:latin typeface="Calibri"/>
                <a:cs typeface="Calibri"/>
              </a:rPr>
              <a:t>w</a:t>
            </a:r>
            <a:r>
              <a:rPr sz="1400" spc="-65">
                <a:latin typeface="Calibri"/>
                <a:cs typeface="Calibri"/>
              </a:rPr>
              <a:t> </a:t>
            </a:r>
            <a:r>
              <a:rPr sz="1400" spc="-5">
                <a:latin typeface="Calibri"/>
                <a:cs typeface="Calibri"/>
              </a:rPr>
              <a:t>(width)</a:t>
            </a:r>
            <a:endParaRPr sz="140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7663179" y="4325314"/>
            <a:ext cx="3165333"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a:latin typeface="Times New Roman"/>
              <a:cs typeface="Times New Roman"/>
            </a:endParaRPr>
          </a:p>
          <a:p>
            <a:pPr marL="18415" algn="ctr">
              <a:lnSpc>
                <a:spcPct val="100000"/>
              </a:lnSpc>
            </a:pPr>
            <a:r>
              <a:rPr lang="es-ES" sz="1600" b="1" spc="-10">
                <a:latin typeface="Calibri"/>
                <a:cs typeface="Calibri"/>
              </a:rPr>
              <a:t>MMI </a:t>
            </a:r>
            <a:r>
              <a:rPr lang="es-ES" sz="1600" b="1" spc="-10" err="1">
                <a:latin typeface="Calibri"/>
                <a:cs typeface="Calibri"/>
              </a:rPr>
              <a:t>Body</a:t>
            </a:r>
            <a:endParaRPr sz="160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7284458" y="5303772"/>
            <a:ext cx="741045" cy="269240"/>
          </a:xfrm>
          <a:prstGeom prst="rect">
            <a:avLst/>
          </a:prstGeom>
        </p:spPr>
        <p:txBody>
          <a:bodyPr vert="horz" wrap="square" lIns="0" tIns="12065" rIns="0" bIns="0" rtlCol="0">
            <a:spAutoFit/>
          </a:bodyPr>
          <a:lstStyle/>
          <a:p>
            <a:pPr>
              <a:lnSpc>
                <a:spcPct val="100000"/>
              </a:lnSpc>
              <a:spcBef>
                <a:spcPts val="95"/>
              </a:spcBef>
            </a:pPr>
            <a:r>
              <a:rPr sz="1600" b="1" spc="-10">
                <a:latin typeface="Calibri"/>
                <a:cs typeface="Calibri"/>
              </a:rPr>
              <a:t>Cladding</a:t>
            </a:r>
            <a:endParaRPr sz="160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7377675" y="5580458"/>
            <a:ext cx="3954288" cy="369332"/>
          </a:xfrm>
          <a:prstGeom prst="rect">
            <a:avLst/>
          </a:prstGeom>
          <a:noFill/>
        </p:spPr>
        <p:txBody>
          <a:bodyPr wrap="none" rtlCol="0">
            <a:spAutoFit/>
          </a:bodyPr>
          <a:lstStyle/>
          <a:p>
            <a:pPr algn="r"/>
            <a:r>
              <a:rPr lang="en-US" b="1"/>
              <a:t>Multimode Interference (MMI) </a:t>
            </a:r>
            <a:r>
              <a:rPr lang="en-US"/>
              <a:t>coupler</a:t>
            </a:r>
            <a:r>
              <a:rPr lang="en-US" b="1"/>
              <a:t> </a:t>
            </a:r>
            <a:endParaRPr lang="en-US"/>
          </a:p>
        </p:txBody>
      </p:sp>
      <p:sp>
        <p:nvSpPr>
          <p:cNvPr id="8" name="CuadroTexto 7">
            <a:extLst>
              <a:ext uri="{FF2B5EF4-FFF2-40B4-BE49-F238E27FC236}">
                <a16:creationId xmlns:a16="http://schemas.microsoft.com/office/drawing/2014/main" id="{7336B5D8-2D70-3E7A-336D-AF55EC49DEB8}"/>
              </a:ext>
            </a:extLst>
          </p:cNvPr>
          <p:cNvSpPr txBox="1"/>
          <p:nvPr/>
        </p:nvSpPr>
        <p:spPr>
          <a:xfrm>
            <a:off x="1168826" y="5579058"/>
            <a:ext cx="2743199" cy="369332"/>
          </a:xfrm>
          <a:prstGeom prst="rect">
            <a:avLst/>
          </a:prstGeom>
          <a:noFill/>
        </p:spPr>
        <p:txBody>
          <a:bodyPr wrap="square">
            <a:spAutoFit/>
          </a:bodyPr>
          <a:lstStyle/>
          <a:p>
            <a:r>
              <a:rPr lang="en-US" b="1"/>
              <a:t>Directional </a:t>
            </a:r>
            <a:r>
              <a:rPr lang="en-US"/>
              <a:t>coupler (DC)</a:t>
            </a:r>
          </a:p>
        </p:txBody>
      </p:sp>
      <p:sp>
        <p:nvSpPr>
          <p:cNvPr id="7" name="object 73">
            <a:extLst>
              <a:ext uri="{FF2B5EF4-FFF2-40B4-BE49-F238E27FC236}">
                <a16:creationId xmlns:a16="http://schemas.microsoft.com/office/drawing/2014/main" id="{9404A65A-9F07-371B-17B4-56EE1381567B}"/>
              </a:ext>
            </a:extLst>
          </p:cNvPr>
          <p:cNvSpPr txBox="1"/>
          <p:nvPr/>
        </p:nvSpPr>
        <p:spPr>
          <a:xfrm>
            <a:off x="194817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a:latin typeface="Times New Roman"/>
              <a:cs typeface="Times New Roman"/>
            </a:endParaRPr>
          </a:p>
          <a:p>
            <a:pPr marL="18415" algn="ctr">
              <a:lnSpc>
                <a:spcPct val="100000"/>
              </a:lnSpc>
            </a:pPr>
            <a:r>
              <a:rPr sz="1600" b="1" spc="-10">
                <a:latin typeface="Calibri"/>
                <a:cs typeface="Calibri"/>
              </a:rPr>
              <a:t>Core</a:t>
            </a:r>
            <a:endParaRPr sz="1600">
              <a:latin typeface="Calibri"/>
              <a:cs typeface="Calibri"/>
            </a:endParaRPr>
          </a:p>
        </p:txBody>
      </p:sp>
      <p:sp>
        <p:nvSpPr>
          <p:cNvPr id="9" name="object 64">
            <a:extLst>
              <a:ext uri="{FF2B5EF4-FFF2-40B4-BE49-F238E27FC236}">
                <a16:creationId xmlns:a16="http://schemas.microsoft.com/office/drawing/2014/main" id="{B06C28EB-4BF4-A40B-513B-ACC7E468CDC3}"/>
              </a:ext>
            </a:extLst>
          </p:cNvPr>
          <p:cNvSpPr/>
          <p:nvPr/>
        </p:nvSpPr>
        <p:spPr>
          <a:xfrm flipV="1">
            <a:off x="2911079" y="5067632"/>
            <a:ext cx="590401" cy="45719"/>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 name="object 63">
            <a:extLst>
              <a:ext uri="{FF2B5EF4-FFF2-40B4-BE49-F238E27FC236}">
                <a16:creationId xmlns:a16="http://schemas.microsoft.com/office/drawing/2014/main" id="{4601CBDA-CF6C-DA98-1398-C31497498862}"/>
              </a:ext>
            </a:extLst>
          </p:cNvPr>
          <p:cNvSpPr txBox="1"/>
          <p:nvPr/>
        </p:nvSpPr>
        <p:spPr>
          <a:xfrm>
            <a:off x="2939643" y="5090491"/>
            <a:ext cx="577850" cy="454025"/>
          </a:xfrm>
          <a:prstGeom prst="rect">
            <a:avLst/>
          </a:prstGeom>
        </p:spPr>
        <p:txBody>
          <a:bodyPr vert="horz" wrap="square" lIns="0" tIns="13335" rIns="0" bIns="0" rtlCol="0">
            <a:spAutoFit/>
          </a:bodyPr>
          <a:lstStyle/>
          <a:p>
            <a:pPr marR="3175" algn="ctr">
              <a:lnSpc>
                <a:spcPct val="100000"/>
              </a:lnSpc>
              <a:spcBef>
                <a:spcPts val="105"/>
              </a:spcBef>
            </a:pPr>
            <a:r>
              <a:rPr lang="es-ES" sz="1400">
                <a:latin typeface="Calibri"/>
                <a:cs typeface="Calibri"/>
              </a:rPr>
              <a:t>g</a:t>
            </a:r>
            <a:endParaRPr sz="1400">
              <a:latin typeface="Calibri"/>
              <a:cs typeface="Calibri"/>
            </a:endParaRPr>
          </a:p>
          <a:p>
            <a:pPr marR="5080" algn="ctr">
              <a:lnSpc>
                <a:spcPct val="100000"/>
              </a:lnSpc>
              <a:spcBef>
                <a:spcPts val="5"/>
              </a:spcBef>
            </a:pPr>
            <a:r>
              <a:rPr sz="1400" spc="-10">
                <a:latin typeface="Calibri"/>
                <a:cs typeface="Calibri"/>
              </a:rPr>
              <a:t>(</a:t>
            </a:r>
            <a:r>
              <a:rPr lang="es-ES" sz="1400" spc="-10">
                <a:latin typeface="Calibri"/>
                <a:cs typeface="Calibri"/>
              </a:rPr>
              <a:t>gap</a:t>
            </a:r>
            <a:r>
              <a:rPr sz="1400">
                <a:latin typeface="Calibri"/>
                <a:cs typeface="Calibri"/>
              </a:rPr>
              <a:t>)</a:t>
            </a:r>
          </a:p>
        </p:txBody>
      </p:sp>
      <p:sp>
        <p:nvSpPr>
          <p:cNvPr id="11" name="object 62">
            <a:extLst>
              <a:ext uri="{FF2B5EF4-FFF2-40B4-BE49-F238E27FC236}">
                <a16:creationId xmlns:a16="http://schemas.microsoft.com/office/drawing/2014/main" id="{F1DAA8E2-74AD-BD39-C248-2324458F6D54}"/>
              </a:ext>
            </a:extLst>
          </p:cNvPr>
          <p:cNvSpPr/>
          <p:nvPr/>
        </p:nvSpPr>
        <p:spPr>
          <a:xfrm>
            <a:off x="7448782"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 name="object 63">
            <a:extLst>
              <a:ext uri="{FF2B5EF4-FFF2-40B4-BE49-F238E27FC236}">
                <a16:creationId xmlns:a16="http://schemas.microsoft.com/office/drawing/2014/main" id="{FCE9BE8C-E2F4-7CBE-236B-A2E5451F5C01}"/>
              </a:ext>
            </a:extLst>
          </p:cNvPr>
          <p:cNvSpPr txBox="1"/>
          <p:nvPr/>
        </p:nvSpPr>
        <p:spPr>
          <a:xfrm>
            <a:off x="6882764"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a:latin typeface="Calibri"/>
                <a:cs typeface="Calibri"/>
              </a:rPr>
              <a:t>h</a:t>
            </a:r>
          </a:p>
          <a:p>
            <a:pPr marR="5080" algn="ctr">
              <a:lnSpc>
                <a:spcPct val="100000"/>
              </a:lnSpc>
              <a:spcBef>
                <a:spcPts val="5"/>
              </a:spcBef>
            </a:pPr>
            <a:r>
              <a:rPr sz="1400" spc="-10">
                <a:latin typeface="Calibri"/>
                <a:cs typeface="Calibri"/>
              </a:rPr>
              <a:t>(h</a:t>
            </a:r>
            <a:r>
              <a:rPr sz="1400">
                <a:latin typeface="Calibri"/>
                <a:cs typeface="Calibri"/>
              </a:rPr>
              <a:t>eig</a:t>
            </a:r>
            <a:r>
              <a:rPr sz="1400" spc="-25">
                <a:latin typeface="Calibri"/>
                <a:cs typeface="Calibri"/>
              </a:rPr>
              <a:t>h</a:t>
            </a:r>
            <a:r>
              <a:rPr sz="1400" spc="-5">
                <a:latin typeface="Calibri"/>
                <a:cs typeface="Calibri"/>
              </a:rPr>
              <a:t>t</a:t>
            </a:r>
            <a:r>
              <a:rPr sz="1400">
                <a:latin typeface="Calibri"/>
                <a:cs typeface="Calibri"/>
              </a:rPr>
              <a:t>)</a:t>
            </a: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1F74687F-7302-3F32-F9D1-0566D05F33AE}"/>
              </a:ext>
            </a:extLst>
          </p:cNvPr>
          <p:cNvSpPr>
            <a:spLocks noGrp="1"/>
          </p:cNvSpPr>
          <p:nvPr>
            <p:ph type="ftr" sz="quarter" idx="5"/>
          </p:nvPr>
        </p:nvSpPr>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78335A49-ACE2-C055-50CA-8DD755D2E76D}"/>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6" name="Título 4">
            <a:extLst>
              <a:ext uri="{FF2B5EF4-FFF2-40B4-BE49-F238E27FC236}">
                <a16:creationId xmlns:a16="http://schemas.microsoft.com/office/drawing/2014/main" id="{AF6692CA-D0D0-2BAF-E673-933E02AE2BB8}"/>
              </a:ext>
            </a:extLst>
          </p:cNvPr>
          <p:cNvSpPr>
            <a:spLocks noGrp="1"/>
          </p:cNvSpPr>
          <p:nvPr>
            <p:ph type="body" idx="1"/>
          </p:nvPr>
        </p:nvSpPr>
        <p:spPr>
          <a:xfrm>
            <a:off x="609600" y="2152650"/>
            <a:ext cx="10972800" cy="430887"/>
          </a:xfrm>
        </p:spPr>
        <p:txBody>
          <a:bodyPr/>
          <a:lstStyle/>
          <a:p>
            <a:pPr algn="ctr"/>
            <a:r>
              <a:rPr lang="en-US" sz="2800" b="1">
                <a:effectLst>
                  <a:outerShdw blurRad="38100" dist="38100" dir="2700000" algn="tl">
                    <a:srgbClr val="000000">
                      <a:alpha val="43137"/>
                    </a:srgbClr>
                  </a:outerShdw>
                </a:effectLst>
              </a:rPr>
              <a:t>Directional coupler</a:t>
            </a:r>
          </a:p>
        </p:txBody>
      </p:sp>
    </p:spTree>
    <p:extLst>
      <p:ext uri="{BB962C8B-B14F-4D97-AF65-F5344CB8AC3E}">
        <p14:creationId xmlns:p14="http://schemas.microsoft.com/office/powerpoint/2010/main" val="1640019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#1 – Directional coupler cross-section in </a:t>
            </a:r>
            <a:r>
              <a:rPr lang="en-US" sz="2500" err="1"/>
              <a:t>GDSFactory</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p>
        </p:txBody>
      </p:sp>
      <mc:AlternateContent xmlns:mc="http://schemas.openxmlformats.org/markup-compatibility/2006">
        <mc:Choice xmlns:a14="http://schemas.microsoft.com/office/drawing/2010/main" Requires="a14">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a:t>INSTRUCTOR:</a:t>
                </a:r>
              </a:p>
              <a:p>
                <a:pPr marL="342900" indent="-342900" algn="just">
                  <a:buFont typeface="Arial" panose="020B0604020202020204" pitchFamily="34" charset="0"/>
                  <a:buChar char="•"/>
                </a:pPr>
                <a:r>
                  <a:rPr lang="en-US" sz="2000"/>
                  <a:t>Present Python and </a:t>
                </a:r>
                <a:r>
                  <a:rPr lang="en-US" sz="2000" err="1"/>
                  <a:t>GDSFactory</a:t>
                </a:r>
                <a:r>
                  <a:rPr lang="en-US" sz="2000"/>
                  <a:t> implementation of DC cross-section</a:t>
                </a:r>
              </a:p>
              <a:p>
                <a:pPr marL="342900" indent="-342900" algn="just">
                  <a:buFont typeface="Arial" panose="020B0604020202020204" pitchFamily="34" charset="0"/>
                  <a:buChar char="•"/>
                </a:pPr>
                <a:r>
                  <a:rPr lang="en-US" sz="2000"/>
                  <a:t>Describe how to obtain the beating length </a:t>
                </a:r>
                <a14:m>
                  <m:oMath xmlns:m="http://schemas.openxmlformats.org/officeDocument/2006/math">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𝜋</m:t>
                        </m:r>
                      </m:sub>
                    </m:sSub>
                  </m:oMath>
                </a14:m>
                <a:endParaRPr lang="en-US" sz="2000"/>
              </a:p>
              <a:p>
                <a:pPr marL="342900" indent="-342900" algn="just">
                  <a:buFont typeface="Arial" panose="020B0604020202020204" pitchFamily="34" charset="0"/>
                  <a:buChar char="•"/>
                </a:pPr>
                <a:r>
                  <a:rPr lang="en-US" sz="2000"/>
                  <a:t>Describe the outputs.</a:t>
                </a:r>
              </a:p>
              <a:p>
                <a:pPr marL="0" indent="0" algn="just">
                  <a:buNone/>
                </a:pPr>
                <a:r>
                  <a:rPr lang="en-US" sz="2000" b="1"/>
                  <a:t>ALL EXAMPLE #1: </a:t>
                </a:r>
                <a:r>
                  <a:rPr lang="en-US" sz="2000"/>
                  <a:t>waveguide width 1.2 µm, gap between waveguides 0.6 µm, deep </a:t>
                </a:r>
                <a:r>
                  <a:rPr lang="en-US" sz="2000" err="1"/>
                  <a:t>wvg</a:t>
                </a:r>
                <a:r>
                  <a:rPr lang="en-US" sz="2000"/>
                  <a:t>, wavelength start and end same 1.55 µm </a:t>
                </a:r>
                <a:r>
                  <a:rPr lang="en-US" sz="2000">
                    <a:sym typeface="Wingdings" pitchFamily="2" charset="2"/>
                  </a:rPr>
                  <a:t> all ”Run”</a:t>
                </a:r>
                <a:endParaRPr lang="en-US" sz="2000"/>
              </a:p>
              <a:p>
                <a:pPr marL="0" indent="0" algn="just">
                  <a:buNone/>
                </a:pPr>
                <a:r>
                  <a:rPr lang="en-US" sz="2000" b="1"/>
                  <a:t>ALL: </a:t>
                </a:r>
                <a:r>
                  <a:rPr lang="en-US" sz="2000"/>
                  <a:t>Follow</a:t>
                </a:r>
                <a:r>
                  <a:rPr lang="en-US" sz="2000" b="1"/>
                  <a:t> </a:t>
                </a:r>
                <a:r>
                  <a:rPr lang="en-US" sz="2000"/>
                  <a:t>instructor, that will show how to 1) plot mode, 2) explore the results (</a:t>
                </a:r>
                <a:r>
                  <a:rPr lang="en-US" sz="2000" err="1"/>
                  <a:t>neff</a:t>
                </a:r>
                <a:r>
                  <a:rPr lang="en-US" sz="2000"/>
                  <a:t> …)</a:t>
                </a:r>
              </a:p>
              <a:p>
                <a:pPr algn="just"/>
                <a:endParaRPr lang="en-US" sz="2000" b="1" i="1"/>
              </a:p>
              <a:p>
                <a:pPr algn="just"/>
                <a:endParaRPr lang="en-US" sz="2000" kern="0">
                  <a:solidFill>
                    <a:sysClr val="windowText" lastClr="000000"/>
                  </a:solidFill>
                </a:endParaRPr>
              </a:p>
            </p:txBody>
          </p:sp>
        </mc:Choice>
        <mc:Fallback>
          <p:sp>
            <p:nvSpPr>
              <p:cNvPr id="4" name="Marcador de texto 2">
                <a:extLst>
                  <a:ext uri="{FF2B5EF4-FFF2-40B4-BE49-F238E27FC236}">
                    <a16:creationId xmlns:a16="http://schemas.microsoft.com/office/drawing/2014/main" id="{AA9E72FF-B948-6B7A-8909-97C6BE95D6FB}"/>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4"/>
                <a:stretch>
                  <a:fillRect l="-607" t="-738" r="-552"/>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n-US" sz="1200">
                <a:latin typeface="Arial"/>
                <a:cs typeface="Arial"/>
              </a:rPr>
              <a:t>Document all your results (</a:t>
            </a:r>
            <a:r>
              <a:rPr lang="en-US" sz="1200" err="1">
                <a:latin typeface="Arial"/>
                <a:cs typeface="Arial"/>
              </a:rPr>
              <a:t>neff</a:t>
            </a:r>
            <a:r>
              <a:rPr lang="en-US" sz="1200">
                <a:latin typeface="Arial"/>
                <a:cs typeface="Arial"/>
              </a:rPr>
              <a:t>, plot fields of different modes, comparison between different polarizations…)</a:t>
            </a: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0501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7A35F-6527-1172-A724-7D5AB2A45A5E}"/>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FE12DACD-D866-32C9-0513-3D30B1531B5F}"/>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#1 – Directional coupler cross-section in </a:t>
            </a:r>
            <a:r>
              <a:rPr lang="en-US" sz="2500" err="1"/>
              <a:t>GDSFactory</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BB0DAEA3-E954-B343-5B16-935B890B16D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3765F2A-EED0-F5BB-2893-213346087CDD}"/>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2E0F5308-22FC-C49D-6E07-EAF72E843394}"/>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E4F19DB7-4975-742E-C0A3-E1AB091CBB2C}"/>
              </a:ext>
            </a:extLst>
          </p:cNvPr>
          <p:cNvSpPr txBox="1"/>
          <p:nvPr/>
        </p:nvSpPr>
        <p:spPr>
          <a:xfrm>
            <a:off x="244099" y="4568060"/>
            <a:ext cx="11732326" cy="1790234"/>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s-ES">
                <a:latin typeface="Arial"/>
                <a:cs typeface="Arial"/>
              </a:rPr>
              <a:t>En esta imagen se representa el perfil del índice de refracción en la sección transversal de un acoplador direccional. Las regiones rectangulares de color amarillo corresponden a los núcleos de las guías de onda, con un índice de refracción mayor, mientras que el entorno púrpura representa el </a:t>
            </a:r>
            <a:r>
              <a:rPr lang="es-ES" err="1">
                <a:latin typeface="Arial"/>
                <a:cs typeface="Arial"/>
              </a:rPr>
              <a:t>cladding</a:t>
            </a:r>
            <a:r>
              <a:rPr lang="es-ES">
                <a:latin typeface="Arial"/>
                <a:cs typeface="Arial"/>
              </a:rPr>
              <a:t> de menor índice.​ A diferencia de la práctica 1, en este caso se tienen dos núcleos en lugar de uno. Los modos representados en esta diapositiva corresponden a modos TE, caracterizados por una mayor extensión del campo en la dirección horizontal. Esto indica un buen confinamiento vertical del campo y una menor penetración en el </a:t>
            </a:r>
            <a:r>
              <a:rPr lang="es-ES" err="1">
                <a:latin typeface="Arial"/>
                <a:cs typeface="Arial"/>
              </a:rPr>
              <a:t>cladding</a:t>
            </a:r>
            <a:r>
              <a:rPr lang="es-ES">
                <a:latin typeface="Arial"/>
                <a:cs typeface="Arial"/>
              </a:rPr>
              <a:t>.</a:t>
            </a:r>
            <a:endParaRPr lang="es-ES"/>
          </a:p>
        </p:txBody>
      </p:sp>
      <p:pic>
        <p:nvPicPr>
          <p:cNvPr id="5" name="Imagen 4" descr="Gráfico&#10;&#10;El contenido generado por IA puede ser incorrecto.">
            <a:extLst>
              <a:ext uri="{FF2B5EF4-FFF2-40B4-BE49-F238E27FC236}">
                <a16:creationId xmlns:a16="http://schemas.microsoft.com/office/drawing/2014/main" id="{CF19D5EA-7120-3EC1-9FAC-E8F826FBB04B}"/>
              </a:ext>
            </a:extLst>
          </p:cNvPr>
          <p:cNvPicPr>
            <a:picLocks noChangeAspect="1"/>
          </p:cNvPicPr>
          <p:nvPr/>
        </p:nvPicPr>
        <p:blipFill>
          <a:blip r:embed="rId4"/>
          <a:stretch>
            <a:fillRect/>
          </a:stretch>
        </p:blipFill>
        <p:spPr>
          <a:xfrm>
            <a:off x="242562" y="1362857"/>
            <a:ext cx="3898988" cy="2754423"/>
          </a:xfrm>
          <a:prstGeom prst="rect">
            <a:avLst/>
          </a:prstGeom>
        </p:spPr>
      </p:pic>
      <p:pic>
        <p:nvPicPr>
          <p:cNvPr id="7" name="Imagen 6" descr="Imagen que contiene Interfaz de usuario gráfica&#10;&#10;El contenido generado por IA puede ser incorrecto.">
            <a:extLst>
              <a:ext uri="{FF2B5EF4-FFF2-40B4-BE49-F238E27FC236}">
                <a16:creationId xmlns:a16="http://schemas.microsoft.com/office/drawing/2014/main" id="{371D7E71-E4C0-F4DF-5A85-265A194CDB2B}"/>
              </a:ext>
            </a:extLst>
          </p:cNvPr>
          <p:cNvPicPr>
            <a:picLocks noChangeAspect="1"/>
          </p:cNvPicPr>
          <p:nvPr/>
        </p:nvPicPr>
        <p:blipFill>
          <a:blip r:embed="rId5"/>
          <a:stretch>
            <a:fillRect/>
          </a:stretch>
        </p:blipFill>
        <p:spPr>
          <a:xfrm>
            <a:off x="4137698" y="1373296"/>
            <a:ext cx="3874849" cy="2743984"/>
          </a:xfrm>
          <a:prstGeom prst="rect">
            <a:avLst/>
          </a:prstGeom>
        </p:spPr>
      </p:pic>
      <p:pic>
        <p:nvPicPr>
          <p:cNvPr id="8" name="Imagen 7" descr="Gráfico&#10;&#10;El contenido generado por IA puede ser incorrecto.">
            <a:extLst>
              <a:ext uri="{FF2B5EF4-FFF2-40B4-BE49-F238E27FC236}">
                <a16:creationId xmlns:a16="http://schemas.microsoft.com/office/drawing/2014/main" id="{58DEB561-2EFD-48F6-4FD4-AE3DBDC1E818}"/>
              </a:ext>
            </a:extLst>
          </p:cNvPr>
          <p:cNvPicPr>
            <a:picLocks noChangeAspect="1"/>
          </p:cNvPicPr>
          <p:nvPr/>
        </p:nvPicPr>
        <p:blipFill>
          <a:blip r:embed="rId6"/>
          <a:stretch>
            <a:fillRect/>
          </a:stretch>
        </p:blipFill>
        <p:spPr>
          <a:xfrm>
            <a:off x="8026248" y="1383736"/>
            <a:ext cx="3895202" cy="2743981"/>
          </a:xfrm>
          <a:prstGeom prst="rect">
            <a:avLst/>
          </a:prstGeom>
        </p:spPr>
      </p:pic>
      <p:sp>
        <p:nvSpPr>
          <p:cNvPr id="10" name="Rectángulo 9">
            <a:extLst>
              <a:ext uri="{FF2B5EF4-FFF2-40B4-BE49-F238E27FC236}">
                <a16:creationId xmlns:a16="http://schemas.microsoft.com/office/drawing/2014/main" id="{F6A1CFD3-70AC-F581-FE33-861E9116ED6C}"/>
              </a:ext>
            </a:extLst>
          </p:cNvPr>
          <p:cNvSpPr/>
          <p:nvPr/>
        </p:nvSpPr>
        <p:spPr>
          <a:xfrm>
            <a:off x="244099" y="1084346"/>
            <a:ext cx="11721888" cy="3358219"/>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013282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B504C-E249-260F-5C64-0A2DC987EDAB}"/>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11EC6E0-BE7A-7241-9078-4B9984E20F26}"/>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#1 – Directional coupler cross-section in </a:t>
            </a:r>
            <a:r>
              <a:rPr lang="en-US" sz="2500" err="1"/>
              <a:t>GDSFactory</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FC8E3CC5-9915-6B5E-7B55-5B345BA915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BB4194-2A3B-EBFF-4A1B-A2255416DB32}"/>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C26AA430-B068-C339-C784-D4E220084AEB}"/>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7D4E9375-82D3-9D58-A8EE-3A799DD90320}"/>
              </a:ext>
            </a:extLst>
          </p:cNvPr>
          <p:cNvSpPr txBox="1"/>
          <p:nvPr/>
        </p:nvSpPr>
        <p:spPr>
          <a:xfrm>
            <a:off x="536373" y="4860334"/>
            <a:ext cx="11273039" cy="1323439"/>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s-ES" sz="1600">
                <a:latin typeface="Arial"/>
                <a:cs typeface="Arial"/>
              </a:rPr>
              <a:t>En esta diapositiva se representan los modos TM, que se caracterizan por una mayor expansión del campo en la dirección vertical. Al comparar estas distribuciones con las correspondientes a los modos TE, se observa que los modos TM están más difundidos, lo que indica un menor confinamiento del campo óptico.​ Como consecuencia, se puede concluir que la polarización TE presenta un mayor confinamiento y una menor fuga del campo hacia el </a:t>
            </a:r>
            <a:r>
              <a:rPr lang="es-ES" sz="1600" err="1">
                <a:latin typeface="Arial"/>
                <a:cs typeface="Arial"/>
              </a:rPr>
              <a:t>cladding</a:t>
            </a:r>
            <a:r>
              <a:rPr lang="es-ES" sz="1600">
                <a:latin typeface="Arial"/>
                <a:cs typeface="Arial"/>
              </a:rPr>
              <a:t> en comparación con la polarización TM, lo que la hace más favorable en esta estructura.</a:t>
            </a:r>
            <a:endParaRPr lang="en-US" sz="1600">
              <a:latin typeface="Arial"/>
              <a:cs typeface="Arial"/>
            </a:endParaRPr>
          </a:p>
        </p:txBody>
      </p:sp>
      <p:pic>
        <p:nvPicPr>
          <p:cNvPr id="6" name="Imagen 5" descr="Gráfico&#10;&#10;El contenido generado por IA puede ser incorrecto.">
            <a:extLst>
              <a:ext uri="{FF2B5EF4-FFF2-40B4-BE49-F238E27FC236}">
                <a16:creationId xmlns:a16="http://schemas.microsoft.com/office/drawing/2014/main" id="{3B4E8769-A1AA-529D-BB1F-A0552B0A1960}"/>
              </a:ext>
            </a:extLst>
          </p:cNvPr>
          <p:cNvPicPr>
            <a:picLocks noChangeAspect="1"/>
          </p:cNvPicPr>
          <p:nvPr/>
        </p:nvPicPr>
        <p:blipFill>
          <a:blip r:embed="rId4"/>
          <a:stretch>
            <a:fillRect/>
          </a:stretch>
        </p:blipFill>
        <p:spPr>
          <a:xfrm>
            <a:off x="559621" y="981052"/>
            <a:ext cx="5534025" cy="3714750"/>
          </a:xfrm>
          <a:prstGeom prst="rect">
            <a:avLst/>
          </a:prstGeom>
        </p:spPr>
      </p:pic>
      <p:pic>
        <p:nvPicPr>
          <p:cNvPr id="10" name="Imagen 9">
            <a:extLst>
              <a:ext uri="{FF2B5EF4-FFF2-40B4-BE49-F238E27FC236}">
                <a16:creationId xmlns:a16="http://schemas.microsoft.com/office/drawing/2014/main" id="{F23731BE-9BAC-D5FB-1A56-F280FB6A73CB}"/>
              </a:ext>
            </a:extLst>
          </p:cNvPr>
          <p:cNvPicPr>
            <a:picLocks noChangeAspect="1"/>
          </p:cNvPicPr>
          <p:nvPr/>
        </p:nvPicPr>
        <p:blipFill>
          <a:blip r:embed="rId5"/>
          <a:stretch>
            <a:fillRect/>
          </a:stretch>
        </p:blipFill>
        <p:spPr>
          <a:xfrm>
            <a:off x="6413413" y="1074089"/>
            <a:ext cx="5397413" cy="3527773"/>
          </a:xfrm>
          <a:prstGeom prst="rect">
            <a:avLst/>
          </a:prstGeom>
        </p:spPr>
      </p:pic>
      <p:sp>
        <p:nvSpPr>
          <p:cNvPr id="12" name="Rectángulo 11">
            <a:extLst>
              <a:ext uri="{FF2B5EF4-FFF2-40B4-BE49-F238E27FC236}">
                <a16:creationId xmlns:a16="http://schemas.microsoft.com/office/drawing/2014/main" id="{58DB3666-1078-B4FA-C57B-7877C4D75C55}"/>
              </a:ext>
            </a:extLst>
          </p:cNvPr>
          <p:cNvSpPr/>
          <p:nvPr/>
        </p:nvSpPr>
        <p:spPr>
          <a:xfrm>
            <a:off x="536373" y="969524"/>
            <a:ext cx="11273039" cy="3734001"/>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082827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#2 – Directional coupler length and coupling coefficient</a:t>
            </a:r>
            <a:br>
              <a:rPr lang="en-US" sz="2500" spc="-5">
                <a:latin typeface="+mj-lt"/>
                <a:cs typeface="Lucida Sans"/>
              </a:rPr>
            </a:br>
            <a:r>
              <a:rPr lang="en-US" b="0"/>
              <a:t>Wavelength 1.5 µm – width 1.2 µm – gap 0.6 µm – thickness 300 nm</a:t>
            </a:r>
            <a:endParaRPr lang="en-US" sz="2500" b="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n-US" dirty="0">
                <a:latin typeface="Arial"/>
                <a:cs typeface="Arial"/>
              </a:rPr>
              <a:t>En la </a:t>
            </a:r>
            <a:r>
              <a:rPr lang="en-US" dirty="0" err="1">
                <a:latin typeface="Arial"/>
                <a:cs typeface="Arial"/>
              </a:rPr>
              <a:t>gráfica</a:t>
            </a:r>
            <a:r>
              <a:rPr lang="en-US" dirty="0">
                <a:latin typeface="Arial"/>
                <a:cs typeface="Arial"/>
              </a:rPr>
              <a:t> se </a:t>
            </a:r>
            <a:r>
              <a:rPr lang="en-US" dirty="0" err="1">
                <a:latin typeface="Arial"/>
                <a:cs typeface="Arial"/>
              </a:rPr>
              <a:t>representa</a:t>
            </a:r>
            <a:r>
              <a:rPr lang="en-US" dirty="0">
                <a:latin typeface="Arial"/>
                <a:cs typeface="Arial"/>
              </a:rPr>
              <a:t> </a:t>
            </a:r>
            <a:r>
              <a:rPr lang="en-US" dirty="0" err="1">
                <a:latin typeface="Arial"/>
                <a:cs typeface="Arial"/>
              </a:rPr>
              <a:t>el</a:t>
            </a:r>
            <a:r>
              <a:rPr lang="en-US" dirty="0">
                <a:latin typeface="Arial"/>
                <a:cs typeface="Arial"/>
              </a:rPr>
              <a:t> </a:t>
            </a:r>
            <a:r>
              <a:rPr lang="en-US" dirty="0" err="1">
                <a:latin typeface="Arial"/>
                <a:cs typeface="Arial"/>
              </a:rPr>
              <a:t>nivel</a:t>
            </a:r>
            <a:r>
              <a:rPr lang="en-US" dirty="0">
                <a:latin typeface="Arial"/>
                <a:cs typeface="Arial"/>
              </a:rPr>
              <a:t> de </a:t>
            </a:r>
            <a:r>
              <a:rPr lang="en-US" dirty="0" err="1">
                <a:latin typeface="Arial"/>
                <a:cs typeface="Arial"/>
              </a:rPr>
              <a:t>acoplo</a:t>
            </a:r>
            <a:r>
              <a:rPr lang="en-US" dirty="0">
                <a:latin typeface="Arial"/>
                <a:cs typeface="Arial"/>
              </a:rPr>
              <a:t> K </a:t>
            </a:r>
            <a:r>
              <a:rPr lang="en-US" dirty="0" err="1">
                <a:latin typeface="Arial"/>
                <a:cs typeface="Arial"/>
              </a:rPr>
              <a:t>en</a:t>
            </a:r>
            <a:r>
              <a:rPr lang="en-US" dirty="0">
                <a:latin typeface="Arial"/>
                <a:cs typeface="Arial"/>
              </a:rPr>
              <a:t> </a:t>
            </a:r>
            <a:r>
              <a:rPr lang="en-US" dirty="0" err="1">
                <a:latin typeface="Arial"/>
                <a:cs typeface="Arial"/>
              </a:rPr>
              <a:t>función</a:t>
            </a:r>
            <a:r>
              <a:rPr lang="en-US" dirty="0">
                <a:latin typeface="Arial"/>
                <a:cs typeface="Arial"/>
              </a:rPr>
              <a:t> de la </a:t>
            </a:r>
            <a:r>
              <a:rPr lang="en-US" dirty="0" err="1">
                <a:latin typeface="Arial"/>
                <a:cs typeface="Arial"/>
              </a:rPr>
              <a:t>relación</a:t>
            </a:r>
            <a:r>
              <a:rPr lang="en-US" dirty="0">
                <a:latin typeface="Arial"/>
                <a:cs typeface="Arial"/>
              </a:rPr>
              <a:t> de la </a:t>
            </a:r>
            <a:r>
              <a:rPr lang="en-US" dirty="0" err="1">
                <a:latin typeface="Arial"/>
                <a:cs typeface="Arial"/>
              </a:rPr>
              <a:t>longitud</a:t>
            </a:r>
            <a:r>
              <a:rPr lang="en-US" dirty="0">
                <a:latin typeface="Arial"/>
                <a:cs typeface="Arial"/>
              </a:rPr>
              <a:t> del </a:t>
            </a:r>
            <a:r>
              <a:rPr lang="en-US" dirty="0" err="1">
                <a:latin typeface="Arial"/>
                <a:cs typeface="Arial"/>
              </a:rPr>
              <a:t>acoplador</a:t>
            </a:r>
            <a:r>
              <a:rPr lang="en-US" dirty="0">
                <a:latin typeface="Arial"/>
                <a:cs typeface="Arial"/>
              </a:rPr>
              <a:t> y </a:t>
            </a:r>
            <a:r>
              <a:rPr lang="en-US" dirty="0" err="1">
                <a:latin typeface="Arial"/>
                <a:cs typeface="Arial"/>
              </a:rPr>
              <a:t>Lpi</a:t>
            </a:r>
            <a:r>
              <a:rPr lang="en-US" dirty="0">
                <a:latin typeface="Arial"/>
                <a:cs typeface="Arial"/>
              </a:rPr>
              <a:t>. Se </a:t>
            </a:r>
            <a:r>
              <a:rPr lang="en-US" dirty="0" err="1">
                <a:latin typeface="Arial"/>
                <a:cs typeface="Arial"/>
              </a:rPr>
              <a:t>puede</a:t>
            </a:r>
            <a:r>
              <a:rPr lang="en-US" dirty="0">
                <a:latin typeface="Arial"/>
                <a:cs typeface="Arial"/>
              </a:rPr>
              <a:t> </a:t>
            </a:r>
            <a:r>
              <a:rPr lang="en-US" dirty="0" err="1">
                <a:latin typeface="Arial"/>
                <a:cs typeface="Arial"/>
              </a:rPr>
              <a:t>ver</a:t>
            </a:r>
            <a:r>
              <a:rPr lang="en-US" dirty="0">
                <a:latin typeface="Arial"/>
                <a:cs typeface="Arial"/>
              </a:rPr>
              <a:t> </a:t>
            </a:r>
            <a:r>
              <a:rPr lang="en-US" dirty="0" err="1">
                <a:latin typeface="Arial"/>
                <a:cs typeface="Arial"/>
              </a:rPr>
              <a:t>que</a:t>
            </a:r>
            <a:r>
              <a:rPr lang="en-US" dirty="0">
                <a:latin typeface="Arial"/>
                <a:cs typeface="Arial"/>
              </a:rPr>
              <a:t> </a:t>
            </a:r>
            <a:r>
              <a:rPr lang="en-US" dirty="0" err="1">
                <a:latin typeface="Arial"/>
                <a:cs typeface="Arial"/>
              </a:rPr>
              <a:t>tiene</a:t>
            </a:r>
            <a:r>
              <a:rPr lang="en-US" dirty="0">
                <a:latin typeface="Arial"/>
                <a:cs typeface="Arial"/>
              </a:rPr>
              <a:t> </a:t>
            </a:r>
            <a:r>
              <a:rPr lang="en-US" dirty="0" err="1">
                <a:latin typeface="Arial"/>
                <a:cs typeface="Arial"/>
              </a:rPr>
              <a:t>una</a:t>
            </a:r>
            <a:r>
              <a:rPr lang="en-US" dirty="0">
                <a:latin typeface="Arial"/>
                <a:cs typeface="Arial"/>
              </a:rPr>
              <a:t> forma sin^2. y </a:t>
            </a:r>
            <a:r>
              <a:rPr lang="en-US" dirty="0" err="1">
                <a:latin typeface="Arial"/>
                <a:cs typeface="Arial"/>
              </a:rPr>
              <a:t>nos</a:t>
            </a:r>
            <a:r>
              <a:rPr lang="en-US" dirty="0">
                <a:latin typeface="Arial"/>
                <a:cs typeface="Arial"/>
              </a:rPr>
              <a:t> </a:t>
            </a:r>
            <a:r>
              <a:rPr lang="en-US" dirty="0" err="1">
                <a:latin typeface="Arial"/>
                <a:cs typeface="Arial"/>
              </a:rPr>
              <a:t>permite</a:t>
            </a:r>
            <a:r>
              <a:rPr lang="en-US" dirty="0">
                <a:latin typeface="Arial"/>
                <a:cs typeface="Arial"/>
              </a:rPr>
              <a:t> saber </a:t>
            </a:r>
            <a:r>
              <a:rPr lang="en-US" dirty="0" err="1">
                <a:latin typeface="Arial"/>
                <a:cs typeface="Arial"/>
              </a:rPr>
              <a:t>qué</a:t>
            </a:r>
            <a:r>
              <a:rPr lang="en-US" dirty="0">
                <a:latin typeface="Arial"/>
                <a:cs typeface="Arial"/>
              </a:rPr>
              <a:t> </a:t>
            </a:r>
            <a:r>
              <a:rPr lang="en-US" dirty="0" err="1">
                <a:latin typeface="Arial"/>
                <a:cs typeface="Arial"/>
              </a:rPr>
              <a:t>relación</a:t>
            </a:r>
            <a:r>
              <a:rPr lang="en-US" dirty="0">
                <a:latin typeface="Arial"/>
                <a:cs typeface="Arial"/>
              </a:rPr>
              <a:t> </a:t>
            </a:r>
            <a:r>
              <a:rPr lang="en-US" dirty="0" err="1">
                <a:latin typeface="Arial"/>
                <a:cs typeface="Arial"/>
              </a:rPr>
              <a:t>deben</a:t>
            </a:r>
            <a:r>
              <a:rPr lang="en-US" dirty="0">
                <a:latin typeface="Arial"/>
                <a:cs typeface="Arial"/>
              </a:rPr>
              <a:t> </a:t>
            </a:r>
            <a:r>
              <a:rPr lang="en-US" dirty="0" err="1">
                <a:latin typeface="Arial"/>
                <a:cs typeface="Arial"/>
              </a:rPr>
              <a:t>cumplir</a:t>
            </a:r>
            <a:r>
              <a:rPr lang="en-US" dirty="0">
                <a:latin typeface="Arial"/>
                <a:cs typeface="Arial"/>
              </a:rPr>
              <a:t> </a:t>
            </a:r>
            <a:r>
              <a:rPr lang="en-US" dirty="0" err="1">
                <a:latin typeface="Arial"/>
                <a:cs typeface="Arial"/>
              </a:rPr>
              <a:t>estas</a:t>
            </a:r>
            <a:r>
              <a:rPr lang="en-US" dirty="0">
                <a:latin typeface="Arial"/>
                <a:cs typeface="Arial"/>
              </a:rPr>
              <a:t> dos </a:t>
            </a:r>
            <a:r>
              <a:rPr lang="en-US" dirty="0" err="1">
                <a:latin typeface="Arial"/>
                <a:cs typeface="Arial"/>
              </a:rPr>
              <a:t>distancias</a:t>
            </a:r>
            <a:r>
              <a:rPr lang="en-US" dirty="0">
                <a:latin typeface="Arial"/>
                <a:cs typeface="Arial"/>
              </a:rPr>
              <a:t> para </a:t>
            </a:r>
            <a:r>
              <a:rPr lang="en-US" dirty="0" err="1">
                <a:latin typeface="Arial"/>
                <a:cs typeface="Arial"/>
              </a:rPr>
              <a:t>conseguir</a:t>
            </a:r>
            <a:r>
              <a:rPr lang="en-US" dirty="0">
                <a:latin typeface="Arial"/>
                <a:cs typeface="Arial"/>
              </a:rPr>
              <a:t> un </a:t>
            </a:r>
            <a:r>
              <a:rPr lang="en-US" dirty="0" err="1">
                <a:latin typeface="Arial"/>
                <a:cs typeface="Arial"/>
              </a:rPr>
              <a:t>nivel</a:t>
            </a:r>
            <a:r>
              <a:rPr lang="en-US" dirty="0">
                <a:latin typeface="Arial"/>
                <a:cs typeface="Arial"/>
              </a:rPr>
              <a:t> de </a:t>
            </a:r>
            <a:r>
              <a:rPr lang="en-US" dirty="0" err="1">
                <a:latin typeface="Arial"/>
                <a:cs typeface="Arial"/>
              </a:rPr>
              <a:t>acoplo</a:t>
            </a:r>
            <a:r>
              <a:rPr lang="en-US" dirty="0">
                <a:latin typeface="Arial"/>
                <a:cs typeface="Arial"/>
              </a:rPr>
              <a:t> </a:t>
            </a:r>
            <a:r>
              <a:rPr lang="en-US" dirty="0" err="1">
                <a:latin typeface="Arial"/>
                <a:cs typeface="Arial"/>
              </a:rPr>
              <a:t>concreto</a:t>
            </a:r>
            <a:r>
              <a:rPr lang="en-US" dirty="0">
                <a:latin typeface="Arial"/>
                <a:cs typeface="Arial"/>
              </a:rPr>
              <a:t>. Por </a:t>
            </a:r>
            <a:r>
              <a:rPr lang="en-US" dirty="0" err="1">
                <a:latin typeface="Arial"/>
                <a:cs typeface="Arial"/>
              </a:rPr>
              <a:t>ejemplo</a:t>
            </a:r>
            <a:r>
              <a:rPr lang="en-US" dirty="0">
                <a:latin typeface="Arial"/>
                <a:cs typeface="Arial"/>
              </a:rPr>
              <a:t>, para </a:t>
            </a:r>
            <a:r>
              <a:rPr lang="en-US" dirty="0" err="1">
                <a:latin typeface="Arial"/>
                <a:cs typeface="Arial"/>
              </a:rPr>
              <a:t>distribuir</a:t>
            </a:r>
            <a:r>
              <a:rPr lang="en-US" dirty="0">
                <a:latin typeface="Arial"/>
                <a:cs typeface="Arial"/>
              </a:rPr>
              <a:t> la </a:t>
            </a:r>
            <a:r>
              <a:rPr lang="en-US" dirty="0" err="1">
                <a:latin typeface="Arial"/>
                <a:cs typeface="Arial"/>
              </a:rPr>
              <a:t>mitad</a:t>
            </a:r>
            <a:r>
              <a:rPr lang="en-US" dirty="0">
                <a:latin typeface="Arial"/>
                <a:cs typeface="Arial"/>
              </a:rPr>
              <a:t> de la </a:t>
            </a:r>
            <a:r>
              <a:rPr lang="en-US" dirty="0" err="1">
                <a:latin typeface="Arial"/>
                <a:cs typeface="Arial"/>
              </a:rPr>
              <a:t>potencia</a:t>
            </a:r>
            <a:r>
              <a:rPr lang="en-US" dirty="0">
                <a:latin typeface="Arial"/>
                <a:cs typeface="Arial"/>
              </a:rPr>
              <a:t> L/</a:t>
            </a:r>
            <a:r>
              <a:rPr lang="en-US" dirty="0" err="1">
                <a:latin typeface="Arial"/>
                <a:cs typeface="Arial"/>
              </a:rPr>
              <a:t>Lpi</a:t>
            </a:r>
            <a:r>
              <a:rPr lang="en-US" dirty="0">
                <a:latin typeface="Arial"/>
                <a:cs typeface="Arial"/>
              </a:rPr>
              <a:t> = (2n+1)*0.5, </a:t>
            </a:r>
            <a:r>
              <a:rPr lang="en-US" dirty="0" err="1">
                <a:latin typeface="Arial"/>
                <a:cs typeface="Arial"/>
              </a:rPr>
              <a:t>siendo</a:t>
            </a:r>
            <a:r>
              <a:rPr lang="en-US" dirty="0">
                <a:latin typeface="Arial"/>
                <a:cs typeface="Arial"/>
              </a:rPr>
              <a:t> n=0,1,2,3…</a:t>
            </a:r>
          </a:p>
        </p:txBody>
      </p:sp>
      <p:sp>
        <p:nvSpPr>
          <p:cNvPr id="7" name="Rectángulo 6">
            <a:extLst>
              <a:ext uri="{FF2B5EF4-FFF2-40B4-BE49-F238E27FC236}">
                <a16:creationId xmlns:a16="http://schemas.microsoft.com/office/drawing/2014/main" id="{21F754A5-65BC-14A3-5F55-75716FFA9027}"/>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D9C65D4-5494-F5CE-1094-CB0A32C33876}"/>
              </a:ext>
            </a:extLst>
          </p:cNvPr>
          <p:cNvSpPr txBox="1"/>
          <p:nvPr/>
        </p:nvSpPr>
        <p:spPr>
          <a:xfrm>
            <a:off x="3909688" y="2609722"/>
            <a:ext cx="4546634" cy="923330"/>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L/</a:t>
            </a:r>
            <a:r>
              <a:rPr lang="en-US" err="1"/>
              <a:t>Lpi</a:t>
            </a:r>
            <a:r>
              <a:rPr lang="en-US"/>
              <a:t> vs K plot here</a:t>
            </a:r>
          </a:p>
        </p:txBody>
      </p:sp>
      <p:pic>
        <p:nvPicPr>
          <p:cNvPr id="6" name="Imagen 5" descr="Forma&#10;&#10;Descripción generada automáticamente con confianza media">
            <a:extLst>
              <a:ext uri="{FF2B5EF4-FFF2-40B4-BE49-F238E27FC236}">
                <a16:creationId xmlns:a16="http://schemas.microsoft.com/office/drawing/2014/main" id="{380A8455-6386-C7D5-7BB6-B79D8D91F0E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5299" y="2450670"/>
            <a:ext cx="3383313" cy="983682"/>
          </a:xfrm>
          <a:prstGeom prst="rect">
            <a:avLst/>
          </a:prstGeom>
        </p:spPr>
      </p:pic>
      <p:pic>
        <p:nvPicPr>
          <p:cNvPr id="5" name="Imagen 4">
            <a:extLst>
              <a:ext uri="{FF2B5EF4-FFF2-40B4-BE49-F238E27FC236}">
                <a16:creationId xmlns:a16="http://schemas.microsoft.com/office/drawing/2014/main" id="{F2EE2CA0-B428-D6A5-8378-FDC992767BEE}"/>
              </a:ext>
            </a:extLst>
          </p:cNvPr>
          <p:cNvPicPr>
            <a:picLocks noChangeAspect="1"/>
          </p:cNvPicPr>
          <p:nvPr/>
        </p:nvPicPr>
        <p:blipFill>
          <a:blip r:embed="rId5"/>
          <a:stretch>
            <a:fillRect/>
          </a:stretch>
        </p:blipFill>
        <p:spPr>
          <a:xfrm>
            <a:off x="4024581" y="1487787"/>
            <a:ext cx="4148739" cy="3168261"/>
          </a:xfrm>
          <a:prstGeom prst="rect">
            <a:avLst/>
          </a:prstGeom>
        </p:spPr>
      </p:pic>
    </p:spTree>
    <p:extLst>
      <p:ext uri="{BB962C8B-B14F-4D97-AF65-F5344CB8AC3E}">
        <p14:creationId xmlns:p14="http://schemas.microsoft.com/office/powerpoint/2010/main" val="3663624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#3 – 2x2 Directional Coupler</a:t>
            </a:r>
            <a:br>
              <a:rPr lang="en-US" sz="2500" spc="-5">
                <a:latin typeface="+mj-lt"/>
                <a:cs typeface="Lucida Sans"/>
              </a:rPr>
            </a:br>
            <a:r>
              <a:rPr lang="en-US" b="0"/>
              <a:t>Wavelength 1.55 µm – Sweep gaps between 0.2 and 1.2 µm in steps of 0.2 µm</a:t>
            </a:r>
            <a:endParaRPr lang="en-US" sz="2500" b="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p>
        </p:txBody>
      </p:sp>
      <p:sp>
        <p:nvSpPr>
          <p:cNvPr id="7" name="Rectángulo 6">
            <a:extLst>
              <a:ext uri="{FF2B5EF4-FFF2-40B4-BE49-F238E27FC236}">
                <a16:creationId xmlns:a16="http://schemas.microsoft.com/office/drawing/2014/main" id="{FBC7D187-267A-ADD4-764C-D3820B8ED302}"/>
              </a:ext>
            </a:extLst>
          </p:cNvPr>
          <p:cNvSpPr/>
          <p:nvPr/>
        </p:nvSpPr>
        <p:spPr>
          <a:xfrm>
            <a:off x="154516" y="1623090"/>
            <a:ext cx="11927851" cy="3829192"/>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uadroTexto 4">
            <a:extLst>
              <a:ext uri="{FF2B5EF4-FFF2-40B4-BE49-F238E27FC236}">
                <a16:creationId xmlns:a16="http://schemas.microsoft.com/office/drawing/2014/main" id="{7570928C-9ABE-AFE0-008D-3FA4CE15FB68}"/>
              </a:ext>
            </a:extLst>
          </p:cNvPr>
          <p:cNvSpPr txBox="1"/>
          <p:nvPr/>
        </p:nvSpPr>
        <p:spPr>
          <a:xfrm>
            <a:off x="230875" y="1726843"/>
            <a:ext cx="4357047" cy="3139321"/>
          </a:xfrm>
          <a:prstGeom prst="rect">
            <a:avLst/>
          </a:prstGeom>
          <a:noFill/>
        </p:spPr>
        <p:txBody>
          <a:bodyPr wrap="square">
            <a:spAutoFit/>
          </a:bodyPr>
          <a:lstStyle/>
          <a:p>
            <a:r>
              <a:rPr lang="en-US" b="0" i="0">
                <a:effectLst/>
                <a:latin typeface="Consolas" panose="020B0609020204030204" pitchFamily="49" charset="0"/>
              </a:rPr>
              <a:t>------- </a:t>
            </a:r>
            <a:r>
              <a:rPr lang="en-US" b="0" i="0" err="1">
                <a:effectLst/>
                <a:latin typeface="Consolas" panose="020B0609020204030204" pitchFamily="49" charset="0"/>
              </a:rPr>
              <a:t>Pameters</a:t>
            </a:r>
            <a:r>
              <a:rPr lang="en-US" b="0" i="0">
                <a:effectLst/>
                <a:latin typeface="Consolas" panose="020B0609020204030204" pitchFamily="49" charset="0"/>
              </a:rPr>
              <a:t> ------- MMI length 12.9071 MMI length increment 0.0000 IO </a:t>
            </a:r>
            <a:r>
              <a:rPr lang="en-US" b="0" i="0" err="1">
                <a:effectLst/>
                <a:latin typeface="Consolas" panose="020B0609020204030204" pitchFamily="49" charset="0"/>
              </a:rPr>
              <a:t>wg</a:t>
            </a:r>
            <a:r>
              <a:rPr lang="en-US" b="0" i="0">
                <a:effectLst/>
                <a:latin typeface="Consolas" panose="020B0609020204030204" pitchFamily="49" charset="0"/>
              </a:rPr>
              <a:t> width 1.0000 IO </a:t>
            </a:r>
            <a:r>
              <a:rPr lang="en-US" b="0" i="0" err="1">
                <a:effectLst/>
                <a:latin typeface="Consolas" panose="020B0609020204030204" pitchFamily="49" charset="0"/>
              </a:rPr>
              <a:t>wg</a:t>
            </a:r>
            <a:r>
              <a:rPr lang="en-US" b="0" i="0">
                <a:effectLst/>
                <a:latin typeface="Consolas" panose="020B0609020204030204" pitchFamily="49" charset="0"/>
              </a:rPr>
              <a:t> width increment 0.0000 ------------------------ Total power IN coupled 0.7802 Total OUT power: 0.7586 Excess loss [dB] = 1.2000 ------------------------ Power over OUTs: ['0.3792', '0.3794'] Ratio over OUTs ['0.4999', '0.5001']</a:t>
            </a:r>
            <a:endParaRPr lang="es-ES"/>
          </a:p>
        </p:txBody>
      </p:sp>
      <p:pic>
        <p:nvPicPr>
          <p:cNvPr id="9" name="Imagen 8">
            <a:extLst>
              <a:ext uri="{FF2B5EF4-FFF2-40B4-BE49-F238E27FC236}">
                <a16:creationId xmlns:a16="http://schemas.microsoft.com/office/drawing/2014/main" id="{7FF0D879-4EFA-2EE2-C380-2F9E86C65301}"/>
              </a:ext>
            </a:extLst>
          </p:cNvPr>
          <p:cNvPicPr>
            <a:picLocks noChangeAspect="1"/>
          </p:cNvPicPr>
          <p:nvPr/>
        </p:nvPicPr>
        <p:blipFill>
          <a:blip r:embed="rId4"/>
          <a:stretch>
            <a:fillRect/>
          </a:stretch>
        </p:blipFill>
        <p:spPr>
          <a:xfrm>
            <a:off x="5046260" y="2255098"/>
            <a:ext cx="6234610" cy="2552842"/>
          </a:xfrm>
          <a:prstGeom prst="rect">
            <a:avLst/>
          </a:prstGeom>
        </p:spPr>
      </p:pic>
    </p:spTree>
    <p:extLst>
      <p:ext uri="{BB962C8B-B14F-4D97-AF65-F5344CB8AC3E}">
        <p14:creationId xmlns:p14="http://schemas.microsoft.com/office/powerpoint/2010/main" val="1558326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3919A-CBBA-97FE-7F04-3290549ACC58}"/>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ECAE012-BE42-40E6-0A45-5913B969B6DC}"/>
              </a:ext>
            </a:extLst>
          </p:cNvPr>
          <p:cNvSpPr txBox="1">
            <a:spLocks noGrp="1"/>
          </p:cNvSpPr>
          <p:nvPr>
            <p:ph type="title"/>
          </p:nvPr>
        </p:nvSpPr>
        <p:spPr>
          <a:xfrm>
            <a:off x="685800" y="408883"/>
            <a:ext cx="10994410" cy="705321"/>
          </a:xfrm>
          <a:prstGeom prst="rect">
            <a:avLst/>
          </a:prstGeom>
        </p:spPr>
        <p:txBody>
          <a:bodyPr vert="horz" wrap="square" lIns="0" tIns="12700" rIns="0" bIns="0" rtlCol="0" anchor="t">
            <a:spAutoFit/>
          </a:bodyPr>
          <a:lstStyle/>
          <a:p>
            <a:pPr marL="12700">
              <a:lnSpc>
                <a:spcPct val="100000"/>
              </a:lnSpc>
              <a:spcBef>
                <a:spcPts val="100"/>
              </a:spcBef>
            </a:pPr>
            <a:r>
              <a:rPr lang="en-US" sz="2500"/>
              <a:t>Learning outcome #3 – 2x2 Directional Coupler</a:t>
            </a:r>
            <a:br>
              <a:rPr lang="en-US" sz="2500" spc="-5">
                <a:latin typeface="+mj-lt"/>
                <a:cs typeface="Lucida Sans"/>
              </a:rPr>
            </a:br>
            <a:r>
              <a:rPr lang="en-US" b="0"/>
              <a:t>Wavelength 1.55 µm – Gap=0.4</a:t>
            </a:r>
            <a:endParaRPr lang="en-US" sz="2500" b="0">
              <a:latin typeface="+mj-lt"/>
              <a:cs typeface="Lucida Sans"/>
            </a:endParaRPr>
          </a:p>
        </p:txBody>
      </p:sp>
      <p:pic>
        <p:nvPicPr>
          <p:cNvPr id="83" name="Gráfico 82">
            <a:extLst>
              <a:ext uri="{FF2B5EF4-FFF2-40B4-BE49-F238E27FC236}">
                <a16:creationId xmlns:a16="http://schemas.microsoft.com/office/drawing/2014/main" id="{A80BC49A-9531-2B09-12DE-2644D6081D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5465CB41-AE66-5C6C-B957-7D791F1C50EC}"/>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9B316D02-82B3-012C-EAA8-63908B4D3B2C}"/>
              </a:ext>
            </a:extLst>
          </p:cNvPr>
          <p:cNvSpPr>
            <a:spLocks noGrp="1"/>
          </p:cNvSpPr>
          <p:nvPr>
            <p:ph type="ftr" sz="quarter" idx="5"/>
          </p:nvPr>
        </p:nvSpPr>
        <p:spPr/>
        <p:txBody>
          <a:bodyPr/>
          <a:lstStyle/>
          <a:p>
            <a:pPr marL="12700">
              <a:spcBef>
                <a:spcPts val="15"/>
              </a:spcBef>
            </a:pPr>
            <a:r>
              <a:rPr lang="es-ES" spc="-5"/>
              <a:t>LAB 2.0. COUPLERS</a:t>
            </a:r>
          </a:p>
        </p:txBody>
      </p:sp>
      <p:sp>
        <p:nvSpPr>
          <p:cNvPr id="7" name="Rectángulo 6">
            <a:extLst>
              <a:ext uri="{FF2B5EF4-FFF2-40B4-BE49-F238E27FC236}">
                <a16:creationId xmlns:a16="http://schemas.microsoft.com/office/drawing/2014/main" id="{07EF146E-B294-9595-108F-A5588EF681E0}"/>
              </a:ext>
            </a:extLst>
          </p:cNvPr>
          <p:cNvSpPr/>
          <p:nvPr/>
        </p:nvSpPr>
        <p:spPr>
          <a:xfrm>
            <a:off x="222754" y="1532105"/>
            <a:ext cx="11609403" cy="392017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uadroTexto 4">
            <a:extLst>
              <a:ext uri="{FF2B5EF4-FFF2-40B4-BE49-F238E27FC236}">
                <a16:creationId xmlns:a16="http://schemas.microsoft.com/office/drawing/2014/main" id="{816EC84D-7DFC-EB84-57F7-6B4601D4FD48}"/>
              </a:ext>
            </a:extLst>
          </p:cNvPr>
          <p:cNvSpPr txBox="1"/>
          <p:nvPr/>
        </p:nvSpPr>
        <p:spPr>
          <a:xfrm>
            <a:off x="295982" y="1575820"/>
            <a:ext cx="4670637" cy="2862322"/>
          </a:xfrm>
          <a:prstGeom prst="rect">
            <a:avLst/>
          </a:prstGeom>
          <a:noFill/>
        </p:spPr>
        <p:txBody>
          <a:bodyPr wrap="square" lIns="91440" tIns="45720" rIns="91440" bIns="45720" anchor="t">
            <a:spAutoFit/>
          </a:bodyPr>
          <a:lstStyle/>
          <a:p>
            <a:r>
              <a:rPr lang="en-US" b="0" i="0">
                <a:effectLst/>
                <a:latin typeface="Consolas"/>
              </a:rPr>
              <a:t>------- </a:t>
            </a:r>
            <a:r>
              <a:rPr lang="en-US" b="0" i="0" err="1">
                <a:effectLst/>
                <a:latin typeface="Consolas"/>
              </a:rPr>
              <a:t>Pameters</a:t>
            </a:r>
            <a:r>
              <a:rPr lang="en-US" b="0" i="0">
                <a:effectLst/>
                <a:latin typeface="Consolas"/>
              </a:rPr>
              <a:t> ------- MMI length 25.0550 MMI length increment 0.0000 IO </a:t>
            </a:r>
            <a:r>
              <a:rPr lang="en-US" b="0" i="0" err="1">
                <a:effectLst/>
                <a:latin typeface="Consolas"/>
              </a:rPr>
              <a:t>wg</a:t>
            </a:r>
            <a:r>
              <a:rPr lang="en-US" b="0" i="0">
                <a:effectLst/>
                <a:latin typeface="Consolas"/>
              </a:rPr>
              <a:t> width 1.0000 IO </a:t>
            </a:r>
            <a:r>
              <a:rPr lang="en-US" b="0" i="0" err="1">
                <a:effectLst/>
                <a:latin typeface="Consolas"/>
              </a:rPr>
              <a:t>wg</a:t>
            </a:r>
            <a:r>
              <a:rPr lang="en-US" b="0" i="0">
                <a:effectLst/>
                <a:latin typeface="Consolas"/>
              </a:rPr>
              <a:t> width increment 0.0000 ------------------------ Total power IN coupled 0.8983 Total OUT power: 0.8863 Excess loss [dB] = 0.5243 ------------------------ Power over OUTs: ['0.4433', '0.4430'] Ratio over OUTs ['0.5001', '0.4999']</a:t>
            </a:r>
            <a:endParaRPr lang="es-ES">
              <a:latin typeface="Consolas"/>
              <a:ea typeface="Calibri"/>
              <a:cs typeface="Calibri"/>
            </a:endParaRPr>
          </a:p>
        </p:txBody>
      </p:sp>
      <p:pic>
        <p:nvPicPr>
          <p:cNvPr id="8" name="Imagen 7">
            <a:extLst>
              <a:ext uri="{FF2B5EF4-FFF2-40B4-BE49-F238E27FC236}">
                <a16:creationId xmlns:a16="http://schemas.microsoft.com/office/drawing/2014/main" id="{FE26C94C-855A-C7C4-29C4-B4432A8D9E1C}"/>
              </a:ext>
            </a:extLst>
          </p:cNvPr>
          <p:cNvPicPr>
            <a:picLocks noChangeAspect="1"/>
          </p:cNvPicPr>
          <p:nvPr/>
        </p:nvPicPr>
        <p:blipFill>
          <a:blip r:embed="rId4"/>
          <a:stretch>
            <a:fillRect/>
          </a:stretch>
        </p:blipFill>
        <p:spPr>
          <a:xfrm>
            <a:off x="4675446" y="2391477"/>
            <a:ext cx="7012623" cy="2218253"/>
          </a:xfrm>
          <a:prstGeom prst="rect">
            <a:avLst/>
          </a:prstGeom>
        </p:spPr>
      </p:pic>
    </p:spTree>
    <p:extLst>
      <p:ext uri="{BB962C8B-B14F-4D97-AF65-F5344CB8AC3E}">
        <p14:creationId xmlns:p14="http://schemas.microsoft.com/office/powerpoint/2010/main" val="36883407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29952-275A-1881-D186-56B6AFD6AF6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98508B8-A55F-C5DF-95F2-466030533B67}"/>
              </a:ext>
            </a:extLst>
          </p:cNvPr>
          <p:cNvSpPr txBox="1">
            <a:spLocks noGrp="1"/>
          </p:cNvSpPr>
          <p:nvPr>
            <p:ph type="title"/>
          </p:nvPr>
        </p:nvSpPr>
        <p:spPr>
          <a:xfrm>
            <a:off x="685800" y="408883"/>
            <a:ext cx="10994410" cy="705321"/>
          </a:xfrm>
          <a:prstGeom prst="rect">
            <a:avLst/>
          </a:prstGeom>
        </p:spPr>
        <p:txBody>
          <a:bodyPr vert="horz" wrap="square" lIns="0" tIns="12700" rIns="0" bIns="0" rtlCol="0" anchor="t">
            <a:spAutoFit/>
          </a:bodyPr>
          <a:lstStyle/>
          <a:p>
            <a:pPr marL="12700">
              <a:spcBef>
                <a:spcPts val="100"/>
              </a:spcBef>
            </a:pPr>
            <a:r>
              <a:rPr lang="en-US" sz="2500"/>
              <a:t>Learning outcome #3 – 2x2 Directional Coupler</a:t>
            </a:r>
            <a:br>
              <a:rPr lang="en-US" sz="2500" spc="-5">
                <a:latin typeface="+mj-lt"/>
                <a:cs typeface="Lucida Sans"/>
              </a:rPr>
            </a:br>
            <a:r>
              <a:rPr lang="en-US" b="0"/>
              <a:t>Wavelength 1.55 µm – Gap=0.6</a:t>
            </a:r>
            <a:endParaRPr lang="en-US" sz="2500" b="0">
              <a:latin typeface="+mj-lt"/>
              <a:cs typeface="Lucida Sans"/>
            </a:endParaRPr>
          </a:p>
        </p:txBody>
      </p:sp>
      <p:pic>
        <p:nvPicPr>
          <p:cNvPr id="83" name="Gráfico 82">
            <a:extLst>
              <a:ext uri="{FF2B5EF4-FFF2-40B4-BE49-F238E27FC236}">
                <a16:creationId xmlns:a16="http://schemas.microsoft.com/office/drawing/2014/main" id="{CA024581-F23B-8D54-E5B9-0C56407A3D1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0C76496-86C9-DC08-F34A-9AE673B7686A}"/>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91FE726D-283B-8C65-B53F-D0C0DDEA07BA}"/>
              </a:ext>
            </a:extLst>
          </p:cNvPr>
          <p:cNvSpPr>
            <a:spLocks noGrp="1"/>
          </p:cNvSpPr>
          <p:nvPr>
            <p:ph type="ftr" sz="quarter" idx="5"/>
          </p:nvPr>
        </p:nvSpPr>
        <p:spPr/>
        <p:txBody>
          <a:bodyPr/>
          <a:lstStyle/>
          <a:p>
            <a:pPr marL="12700">
              <a:spcBef>
                <a:spcPts val="15"/>
              </a:spcBef>
            </a:pPr>
            <a:r>
              <a:rPr lang="es-ES" spc="-5"/>
              <a:t>LAB 2.0. COUPLERS</a:t>
            </a:r>
          </a:p>
        </p:txBody>
      </p:sp>
      <p:sp>
        <p:nvSpPr>
          <p:cNvPr id="7" name="Rectángulo 6">
            <a:extLst>
              <a:ext uri="{FF2B5EF4-FFF2-40B4-BE49-F238E27FC236}">
                <a16:creationId xmlns:a16="http://schemas.microsoft.com/office/drawing/2014/main" id="{A4F55C74-2671-3225-C3EC-A1F06A87EE90}"/>
              </a:ext>
            </a:extLst>
          </p:cNvPr>
          <p:cNvSpPr/>
          <p:nvPr/>
        </p:nvSpPr>
        <p:spPr>
          <a:xfrm>
            <a:off x="211381" y="1486612"/>
            <a:ext cx="11780000" cy="393155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uadroTexto 4">
            <a:extLst>
              <a:ext uri="{FF2B5EF4-FFF2-40B4-BE49-F238E27FC236}">
                <a16:creationId xmlns:a16="http://schemas.microsoft.com/office/drawing/2014/main" id="{D77E3DC5-AFAF-56AE-DE51-84614F5A85DF}"/>
              </a:ext>
            </a:extLst>
          </p:cNvPr>
          <p:cNvSpPr txBox="1"/>
          <p:nvPr/>
        </p:nvSpPr>
        <p:spPr>
          <a:xfrm>
            <a:off x="685800" y="1510598"/>
            <a:ext cx="4038600" cy="369332"/>
          </a:xfrm>
          <a:prstGeom prst="rect">
            <a:avLst/>
          </a:prstGeom>
          <a:noFill/>
        </p:spPr>
        <p:txBody>
          <a:bodyPr wrap="square" lIns="91440" tIns="45720" rIns="91440" bIns="45720" anchor="t">
            <a:spAutoFit/>
          </a:bodyPr>
          <a:lstStyle/>
          <a:p>
            <a:endParaRPr lang="en-US">
              <a:latin typeface="Consolas"/>
            </a:endParaRPr>
          </a:p>
        </p:txBody>
      </p:sp>
      <p:sp>
        <p:nvSpPr>
          <p:cNvPr id="6" name="CuadroTexto 5">
            <a:extLst>
              <a:ext uri="{FF2B5EF4-FFF2-40B4-BE49-F238E27FC236}">
                <a16:creationId xmlns:a16="http://schemas.microsoft.com/office/drawing/2014/main" id="{0DA5FD67-BE2E-301C-9DFA-A01637BFFC7B}"/>
              </a:ext>
            </a:extLst>
          </p:cNvPr>
          <p:cNvSpPr txBox="1"/>
          <p:nvPr/>
        </p:nvSpPr>
        <p:spPr>
          <a:xfrm>
            <a:off x="290873" y="1634285"/>
            <a:ext cx="4414116" cy="3139321"/>
          </a:xfrm>
          <a:prstGeom prst="rect">
            <a:avLst/>
          </a:prstGeom>
          <a:noFill/>
        </p:spPr>
        <p:txBody>
          <a:bodyPr wrap="square" lIns="91440" tIns="45720" rIns="91440" bIns="45720" anchor="t">
            <a:spAutoFit/>
          </a:bodyPr>
          <a:lstStyle/>
          <a:p>
            <a:r>
              <a:rPr lang="en-US" b="0" i="0">
                <a:effectLst/>
                <a:latin typeface="Consolas"/>
              </a:rPr>
              <a:t>------- </a:t>
            </a:r>
            <a:r>
              <a:rPr lang="en-US" b="0" i="0" err="1">
                <a:effectLst/>
                <a:latin typeface="Consolas"/>
              </a:rPr>
              <a:t>Pameters</a:t>
            </a:r>
            <a:r>
              <a:rPr lang="en-US" b="0" i="0">
                <a:effectLst/>
                <a:latin typeface="Consolas"/>
              </a:rPr>
              <a:t> ------- MMI length 47.0137 MMI length increment 0.0000 IO </a:t>
            </a:r>
            <a:r>
              <a:rPr lang="en-US" b="0" i="0" err="1">
                <a:effectLst/>
                <a:latin typeface="Consolas"/>
              </a:rPr>
              <a:t>wg</a:t>
            </a:r>
            <a:r>
              <a:rPr lang="en-US" b="0" i="0">
                <a:effectLst/>
                <a:latin typeface="Consolas"/>
              </a:rPr>
              <a:t> width 1.0000 IO </a:t>
            </a:r>
            <a:r>
              <a:rPr lang="en-US" b="0" i="0" err="1">
                <a:effectLst/>
                <a:latin typeface="Consolas"/>
              </a:rPr>
              <a:t>wg</a:t>
            </a:r>
            <a:r>
              <a:rPr lang="en-US" b="0" i="0">
                <a:effectLst/>
                <a:latin typeface="Consolas"/>
              </a:rPr>
              <a:t> width increment 0.0000 ------------------------ Total power IN coupled 0.9688 Total OUT power: 0.9583 Excess loss [dB] = 0.1851 ------------------------ Power over OUTs: ['0.4791', '0.4791'] Ratio over OUTs ['0.5000', '0.5000']</a:t>
            </a:r>
            <a:endParaRPr lang="es-ES">
              <a:latin typeface="Consolas"/>
            </a:endParaRPr>
          </a:p>
        </p:txBody>
      </p:sp>
      <p:pic>
        <p:nvPicPr>
          <p:cNvPr id="9" name="Imagen 8">
            <a:extLst>
              <a:ext uri="{FF2B5EF4-FFF2-40B4-BE49-F238E27FC236}">
                <a16:creationId xmlns:a16="http://schemas.microsoft.com/office/drawing/2014/main" id="{81C11597-7F48-A456-8AF7-686A5DB2669A}"/>
              </a:ext>
            </a:extLst>
          </p:cNvPr>
          <p:cNvPicPr>
            <a:picLocks noChangeAspect="1"/>
          </p:cNvPicPr>
          <p:nvPr/>
        </p:nvPicPr>
        <p:blipFill>
          <a:blip r:embed="rId4"/>
          <a:stretch>
            <a:fillRect/>
          </a:stretch>
        </p:blipFill>
        <p:spPr>
          <a:xfrm>
            <a:off x="4486047" y="2516084"/>
            <a:ext cx="7291810" cy="1852451"/>
          </a:xfrm>
          <a:prstGeom prst="rect">
            <a:avLst/>
          </a:prstGeom>
        </p:spPr>
      </p:pic>
    </p:spTree>
    <p:extLst>
      <p:ext uri="{BB962C8B-B14F-4D97-AF65-F5344CB8AC3E}">
        <p14:creationId xmlns:p14="http://schemas.microsoft.com/office/powerpoint/2010/main" val="1926450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ACFDD-6804-0103-E895-7E2C60B02F53}"/>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1F297BB-C8B0-95A3-8EA9-C220A9F9DC6E}"/>
              </a:ext>
            </a:extLst>
          </p:cNvPr>
          <p:cNvSpPr txBox="1">
            <a:spLocks noGrp="1"/>
          </p:cNvSpPr>
          <p:nvPr>
            <p:ph type="title"/>
          </p:nvPr>
        </p:nvSpPr>
        <p:spPr>
          <a:xfrm>
            <a:off x="685800" y="408883"/>
            <a:ext cx="10994410" cy="705321"/>
          </a:xfrm>
          <a:prstGeom prst="rect">
            <a:avLst/>
          </a:prstGeom>
        </p:spPr>
        <p:txBody>
          <a:bodyPr vert="horz" wrap="square" lIns="0" tIns="12700" rIns="0" bIns="0" rtlCol="0" anchor="t">
            <a:spAutoFit/>
          </a:bodyPr>
          <a:lstStyle/>
          <a:p>
            <a:pPr marL="12700">
              <a:spcBef>
                <a:spcPts val="100"/>
              </a:spcBef>
            </a:pPr>
            <a:r>
              <a:rPr lang="en-US" sz="2500"/>
              <a:t>Learning outcome #3 – 2x2 Directional Coupler</a:t>
            </a:r>
            <a:br>
              <a:rPr lang="en-US" sz="2500" spc="-5">
                <a:latin typeface="+mj-lt"/>
                <a:cs typeface="Lucida Sans"/>
              </a:rPr>
            </a:br>
            <a:r>
              <a:rPr lang="en-US" b="0"/>
              <a:t>Wavelength 1.55 µm – Gap=0.8</a:t>
            </a:r>
            <a:endParaRPr lang="en-US" sz="2500" b="0">
              <a:latin typeface="+mj-lt"/>
              <a:cs typeface="Lucida Sans"/>
            </a:endParaRPr>
          </a:p>
        </p:txBody>
      </p:sp>
      <p:pic>
        <p:nvPicPr>
          <p:cNvPr id="83" name="Gráfico 82">
            <a:extLst>
              <a:ext uri="{FF2B5EF4-FFF2-40B4-BE49-F238E27FC236}">
                <a16:creationId xmlns:a16="http://schemas.microsoft.com/office/drawing/2014/main" id="{F92A5244-1663-1360-AACE-EDDDA41054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A73CE439-4021-947B-D890-0967F98DA4F6}"/>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478B3539-3C76-05A4-3606-723C38BE5B59}"/>
              </a:ext>
            </a:extLst>
          </p:cNvPr>
          <p:cNvSpPr>
            <a:spLocks noGrp="1"/>
          </p:cNvSpPr>
          <p:nvPr>
            <p:ph type="ftr" sz="quarter" idx="5"/>
          </p:nvPr>
        </p:nvSpPr>
        <p:spPr/>
        <p:txBody>
          <a:bodyPr/>
          <a:lstStyle/>
          <a:p>
            <a:pPr marL="12700">
              <a:spcBef>
                <a:spcPts val="15"/>
              </a:spcBef>
            </a:pPr>
            <a:r>
              <a:rPr lang="es-ES" spc="-5"/>
              <a:t>LAB 2.0. COUPLERS</a:t>
            </a:r>
          </a:p>
        </p:txBody>
      </p:sp>
      <p:sp>
        <p:nvSpPr>
          <p:cNvPr id="7" name="Rectángulo 6">
            <a:extLst>
              <a:ext uri="{FF2B5EF4-FFF2-40B4-BE49-F238E27FC236}">
                <a16:creationId xmlns:a16="http://schemas.microsoft.com/office/drawing/2014/main" id="{307E50BC-0AA6-ABF3-D235-348E06AAEBDA}"/>
              </a:ext>
            </a:extLst>
          </p:cNvPr>
          <p:cNvSpPr/>
          <p:nvPr/>
        </p:nvSpPr>
        <p:spPr>
          <a:xfrm>
            <a:off x="222754" y="1509359"/>
            <a:ext cx="11825493" cy="3942923"/>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uadroTexto 4">
            <a:extLst>
              <a:ext uri="{FF2B5EF4-FFF2-40B4-BE49-F238E27FC236}">
                <a16:creationId xmlns:a16="http://schemas.microsoft.com/office/drawing/2014/main" id="{861EE9C2-B0BE-34B4-7343-E98FC3A42F7B}"/>
              </a:ext>
            </a:extLst>
          </p:cNvPr>
          <p:cNvSpPr txBox="1"/>
          <p:nvPr/>
        </p:nvSpPr>
        <p:spPr>
          <a:xfrm>
            <a:off x="685800" y="1510598"/>
            <a:ext cx="4038600" cy="369332"/>
          </a:xfrm>
          <a:prstGeom prst="rect">
            <a:avLst/>
          </a:prstGeom>
          <a:noFill/>
        </p:spPr>
        <p:txBody>
          <a:bodyPr wrap="square" lIns="91440" tIns="45720" rIns="91440" bIns="45720" anchor="t">
            <a:spAutoFit/>
          </a:bodyPr>
          <a:lstStyle/>
          <a:p>
            <a:endParaRPr lang="en-US">
              <a:latin typeface="Consolas"/>
            </a:endParaRPr>
          </a:p>
        </p:txBody>
      </p:sp>
      <p:sp>
        <p:nvSpPr>
          <p:cNvPr id="6" name="CuadroTexto 5">
            <a:extLst>
              <a:ext uri="{FF2B5EF4-FFF2-40B4-BE49-F238E27FC236}">
                <a16:creationId xmlns:a16="http://schemas.microsoft.com/office/drawing/2014/main" id="{854AE7F6-3A69-ED56-DEB4-F57CBCC12DA0}"/>
              </a:ext>
            </a:extLst>
          </p:cNvPr>
          <p:cNvSpPr txBox="1"/>
          <p:nvPr/>
        </p:nvSpPr>
        <p:spPr>
          <a:xfrm>
            <a:off x="224514" y="1629372"/>
            <a:ext cx="4585714" cy="2862322"/>
          </a:xfrm>
          <a:prstGeom prst="rect">
            <a:avLst/>
          </a:prstGeom>
          <a:noFill/>
        </p:spPr>
        <p:txBody>
          <a:bodyPr wrap="square" lIns="91440" tIns="45720" rIns="91440" bIns="45720" anchor="t">
            <a:spAutoFit/>
          </a:bodyPr>
          <a:lstStyle/>
          <a:p>
            <a:r>
              <a:rPr lang="en-US" b="0" i="0">
                <a:effectLst/>
                <a:latin typeface="Consolas"/>
              </a:rPr>
              <a:t>------- </a:t>
            </a:r>
            <a:r>
              <a:rPr lang="en-US" b="0" i="0" err="1">
                <a:effectLst/>
                <a:latin typeface="Consolas"/>
              </a:rPr>
              <a:t>Pameters</a:t>
            </a:r>
            <a:r>
              <a:rPr lang="en-US" b="0" i="0">
                <a:effectLst/>
                <a:latin typeface="Consolas"/>
              </a:rPr>
              <a:t> ------- MMI length 86.9819 MMI length increment 0.0000 IO </a:t>
            </a:r>
            <a:r>
              <a:rPr lang="en-US" b="0" i="0" err="1">
                <a:effectLst/>
                <a:latin typeface="Consolas"/>
              </a:rPr>
              <a:t>wg</a:t>
            </a:r>
            <a:r>
              <a:rPr lang="en-US" b="0" i="0">
                <a:effectLst/>
                <a:latin typeface="Consolas"/>
              </a:rPr>
              <a:t> width 1.0000 IO </a:t>
            </a:r>
            <a:r>
              <a:rPr lang="en-US" b="0" i="0" err="1">
                <a:effectLst/>
                <a:latin typeface="Consolas"/>
              </a:rPr>
              <a:t>wg</a:t>
            </a:r>
            <a:r>
              <a:rPr lang="en-US" b="0" i="0">
                <a:effectLst/>
                <a:latin typeface="Consolas"/>
              </a:rPr>
              <a:t> width increment 0.0000 ------------------------ Total power IN coupled 0.9882 Total OUT power: 0.9778 Excess loss [dB] = 0.0976 ------------------------ Power over OUTs: ['0.4888', '0.4890'] Ratio over OUTs ['0.4999', '0.5001']</a:t>
            </a:r>
            <a:endParaRPr lang="es-ES">
              <a:latin typeface="Consolas"/>
              <a:ea typeface="Calibri"/>
              <a:cs typeface="Calibri"/>
            </a:endParaRPr>
          </a:p>
        </p:txBody>
      </p:sp>
      <p:pic>
        <p:nvPicPr>
          <p:cNvPr id="9" name="Imagen 8">
            <a:extLst>
              <a:ext uri="{FF2B5EF4-FFF2-40B4-BE49-F238E27FC236}">
                <a16:creationId xmlns:a16="http://schemas.microsoft.com/office/drawing/2014/main" id="{D4F887E4-AB50-5B90-C660-56680698CEA7}"/>
              </a:ext>
            </a:extLst>
          </p:cNvPr>
          <p:cNvPicPr>
            <a:picLocks noChangeAspect="1"/>
          </p:cNvPicPr>
          <p:nvPr/>
        </p:nvPicPr>
        <p:blipFill>
          <a:blip r:embed="rId4"/>
          <a:stretch>
            <a:fillRect/>
          </a:stretch>
        </p:blipFill>
        <p:spPr>
          <a:xfrm>
            <a:off x="4702130" y="2759329"/>
            <a:ext cx="7270156" cy="1579271"/>
          </a:xfrm>
          <a:prstGeom prst="rect">
            <a:avLst/>
          </a:prstGeom>
        </p:spPr>
      </p:pic>
    </p:spTree>
    <p:extLst>
      <p:ext uri="{BB962C8B-B14F-4D97-AF65-F5344CB8AC3E}">
        <p14:creationId xmlns:p14="http://schemas.microsoft.com/office/powerpoint/2010/main" val="22696224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CF7DD-37CE-4A17-AD13-FC8AEE32E742}"/>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0AE5DB2-409A-EBBC-161D-9D857F96A3F3}"/>
              </a:ext>
            </a:extLst>
          </p:cNvPr>
          <p:cNvSpPr txBox="1">
            <a:spLocks noGrp="1"/>
          </p:cNvSpPr>
          <p:nvPr>
            <p:ph type="title"/>
          </p:nvPr>
        </p:nvSpPr>
        <p:spPr>
          <a:xfrm>
            <a:off x="685800" y="408883"/>
            <a:ext cx="10994410" cy="705321"/>
          </a:xfrm>
          <a:prstGeom prst="rect">
            <a:avLst/>
          </a:prstGeom>
        </p:spPr>
        <p:txBody>
          <a:bodyPr vert="horz" wrap="square" lIns="0" tIns="12700" rIns="0" bIns="0" rtlCol="0" anchor="t">
            <a:spAutoFit/>
          </a:bodyPr>
          <a:lstStyle/>
          <a:p>
            <a:pPr marL="12700">
              <a:spcBef>
                <a:spcPts val="100"/>
              </a:spcBef>
            </a:pPr>
            <a:r>
              <a:rPr lang="en-US" sz="2500"/>
              <a:t>Learning outcome #3 – 2x2 Directional Coupler</a:t>
            </a:r>
            <a:br>
              <a:rPr lang="en-US" sz="2500" spc="-5">
                <a:latin typeface="+mj-lt"/>
                <a:cs typeface="Lucida Sans"/>
              </a:rPr>
            </a:br>
            <a:r>
              <a:rPr lang="en-US" b="0"/>
              <a:t>Wavelength 1.55 µm – Gap=1</a:t>
            </a:r>
            <a:endParaRPr lang="en-US" sz="2500" b="0">
              <a:latin typeface="+mj-lt"/>
              <a:cs typeface="Lucida Sans"/>
            </a:endParaRPr>
          </a:p>
        </p:txBody>
      </p:sp>
      <p:pic>
        <p:nvPicPr>
          <p:cNvPr id="83" name="Gráfico 82">
            <a:extLst>
              <a:ext uri="{FF2B5EF4-FFF2-40B4-BE49-F238E27FC236}">
                <a16:creationId xmlns:a16="http://schemas.microsoft.com/office/drawing/2014/main" id="{138FFEAB-D127-B221-9380-D15EF3F1B0B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B2E7C17-2C90-E975-3C06-2AC9B38415C7}"/>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119AE60D-40C5-5DDD-24E8-B0D3F950E431}"/>
              </a:ext>
            </a:extLst>
          </p:cNvPr>
          <p:cNvSpPr>
            <a:spLocks noGrp="1"/>
          </p:cNvSpPr>
          <p:nvPr>
            <p:ph type="ftr" sz="quarter" idx="5"/>
          </p:nvPr>
        </p:nvSpPr>
        <p:spPr/>
        <p:txBody>
          <a:bodyPr/>
          <a:lstStyle/>
          <a:p>
            <a:pPr marL="12700">
              <a:spcBef>
                <a:spcPts val="15"/>
              </a:spcBef>
            </a:pPr>
            <a:r>
              <a:rPr lang="es-ES" spc="-5"/>
              <a:t>LAB 2.0. COUPLERS</a:t>
            </a:r>
          </a:p>
        </p:txBody>
      </p:sp>
      <p:sp>
        <p:nvSpPr>
          <p:cNvPr id="7" name="Rectángulo 6">
            <a:extLst>
              <a:ext uri="{FF2B5EF4-FFF2-40B4-BE49-F238E27FC236}">
                <a16:creationId xmlns:a16="http://schemas.microsoft.com/office/drawing/2014/main" id="{E2D43039-07C8-6CB2-C0B1-FF36B6DB9FDF}"/>
              </a:ext>
            </a:extLst>
          </p:cNvPr>
          <p:cNvSpPr/>
          <p:nvPr/>
        </p:nvSpPr>
        <p:spPr>
          <a:xfrm>
            <a:off x="290993" y="1793687"/>
            <a:ext cx="11518418" cy="3613102"/>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uadroTexto 4">
            <a:extLst>
              <a:ext uri="{FF2B5EF4-FFF2-40B4-BE49-F238E27FC236}">
                <a16:creationId xmlns:a16="http://schemas.microsoft.com/office/drawing/2014/main" id="{82D77EC8-4316-A689-E156-712FD1189506}"/>
              </a:ext>
            </a:extLst>
          </p:cNvPr>
          <p:cNvSpPr txBox="1"/>
          <p:nvPr/>
        </p:nvSpPr>
        <p:spPr>
          <a:xfrm>
            <a:off x="685800" y="1510598"/>
            <a:ext cx="4038600" cy="369332"/>
          </a:xfrm>
          <a:prstGeom prst="rect">
            <a:avLst/>
          </a:prstGeom>
          <a:noFill/>
        </p:spPr>
        <p:txBody>
          <a:bodyPr wrap="square" lIns="91440" tIns="45720" rIns="91440" bIns="45720" anchor="t">
            <a:spAutoFit/>
          </a:bodyPr>
          <a:lstStyle/>
          <a:p>
            <a:endParaRPr lang="en-US">
              <a:latin typeface="Consolas"/>
            </a:endParaRPr>
          </a:p>
        </p:txBody>
      </p:sp>
      <p:sp>
        <p:nvSpPr>
          <p:cNvPr id="6" name="CuadroTexto 5">
            <a:extLst>
              <a:ext uri="{FF2B5EF4-FFF2-40B4-BE49-F238E27FC236}">
                <a16:creationId xmlns:a16="http://schemas.microsoft.com/office/drawing/2014/main" id="{B9276F73-0459-2ADD-CE25-FE7DA452792A}"/>
              </a:ext>
            </a:extLst>
          </p:cNvPr>
          <p:cNvSpPr txBox="1"/>
          <p:nvPr/>
        </p:nvSpPr>
        <p:spPr>
          <a:xfrm>
            <a:off x="293035" y="1902326"/>
            <a:ext cx="4659985" cy="2862322"/>
          </a:xfrm>
          <a:prstGeom prst="rect">
            <a:avLst/>
          </a:prstGeom>
          <a:noFill/>
        </p:spPr>
        <p:txBody>
          <a:bodyPr wrap="square" lIns="91440" tIns="45720" rIns="91440" bIns="45720" anchor="t">
            <a:spAutoFit/>
          </a:bodyPr>
          <a:lstStyle/>
          <a:p>
            <a:r>
              <a:rPr lang="en-US" b="0" i="0">
                <a:effectLst/>
                <a:latin typeface="Consolas"/>
              </a:rPr>
              <a:t>------- </a:t>
            </a:r>
            <a:r>
              <a:rPr lang="en-US" b="0" i="0" err="1">
                <a:effectLst/>
                <a:latin typeface="Consolas"/>
              </a:rPr>
              <a:t>Pameters</a:t>
            </a:r>
            <a:r>
              <a:rPr lang="en-US" b="0" i="0">
                <a:effectLst/>
                <a:latin typeface="Consolas"/>
              </a:rPr>
              <a:t> ------- MMI length 159.4421 MMI length increment 0.0000 IO </a:t>
            </a:r>
            <a:r>
              <a:rPr lang="en-US" b="0" i="0" err="1">
                <a:effectLst/>
                <a:latin typeface="Consolas"/>
              </a:rPr>
              <a:t>wg</a:t>
            </a:r>
            <a:r>
              <a:rPr lang="en-US" b="0" i="0">
                <a:effectLst/>
                <a:latin typeface="Consolas"/>
              </a:rPr>
              <a:t> width 1.0000 IO </a:t>
            </a:r>
            <a:r>
              <a:rPr lang="en-US" b="0" i="0" err="1">
                <a:effectLst/>
                <a:latin typeface="Consolas"/>
              </a:rPr>
              <a:t>wg</a:t>
            </a:r>
            <a:r>
              <a:rPr lang="en-US" b="0" i="0">
                <a:effectLst/>
                <a:latin typeface="Consolas"/>
              </a:rPr>
              <a:t> width increment 0.0000 ------------------------ Total power IN coupled 0.9663 Total OUT power: 0.9560 Excess loss [dB] = 0.1955 ------------------------ Power over OUTs: ['0.4778', '0.4782'] Ratio over OUTs ['0.4998', '0.5002']</a:t>
            </a:r>
            <a:endParaRPr lang="es-ES">
              <a:latin typeface="Consolas"/>
              <a:ea typeface="Calibri"/>
              <a:cs typeface="Calibri"/>
            </a:endParaRPr>
          </a:p>
        </p:txBody>
      </p:sp>
      <p:pic>
        <p:nvPicPr>
          <p:cNvPr id="9" name="Imagen 8">
            <a:extLst>
              <a:ext uri="{FF2B5EF4-FFF2-40B4-BE49-F238E27FC236}">
                <a16:creationId xmlns:a16="http://schemas.microsoft.com/office/drawing/2014/main" id="{6B046841-DE11-0897-8C29-9A2C9BEF245B}"/>
              </a:ext>
            </a:extLst>
          </p:cNvPr>
          <p:cNvPicPr>
            <a:picLocks noChangeAspect="1"/>
          </p:cNvPicPr>
          <p:nvPr/>
        </p:nvPicPr>
        <p:blipFill>
          <a:blip r:embed="rId4"/>
          <a:stretch>
            <a:fillRect/>
          </a:stretch>
        </p:blipFill>
        <p:spPr>
          <a:xfrm>
            <a:off x="4401986" y="2754035"/>
            <a:ext cx="7392033" cy="1616842"/>
          </a:xfrm>
          <a:prstGeom prst="rect">
            <a:avLst/>
          </a:prstGeom>
        </p:spPr>
      </p:pic>
    </p:spTree>
    <p:extLst>
      <p:ext uri="{BB962C8B-B14F-4D97-AF65-F5344CB8AC3E}">
        <p14:creationId xmlns:p14="http://schemas.microsoft.com/office/powerpoint/2010/main" val="32385183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3E1CC-CC49-E94C-716A-BA4E6FF4C632}"/>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C9754D14-A5E5-DA1E-4BD1-8DBC84A7E009}"/>
              </a:ext>
            </a:extLst>
          </p:cNvPr>
          <p:cNvSpPr txBox="1">
            <a:spLocks noGrp="1"/>
          </p:cNvSpPr>
          <p:nvPr>
            <p:ph type="title"/>
          </p:nvPr>
        </p:nvSpPr>
        <p:spPr>
          <a:xfrm>
            <a:off x="685800" y="408883"/>
            <a:ext cx="10994410" cy="705321"/>
          </a:xfrm>
          <a:prstGeom prst="rect">
            <a:avLst/>
          </a:prstGeom>
        </p:spPr>
        <p:txBody>
          <a:bodyPr vert="horz" wrap="square" lIns="0" tIns="12700" rIns="0" bIns="0" rtlCol="0" anchor="t">
            <a:spAutoFit/>
          </a:bodyPr>
          <a:lstStyle/>
          <a:p>
            <a:pPr marL="12700">
              <a:spcBef>
                <a:spcPts val="100"/>
              </a:spcBef>
            </a:pPr>
            <a:r>
              <a:rPr lang="en-US" sz="2500"/>
              <a:t>Learning outcome #3 – 2x2 Directional Coupler</a:t>
            </a:r>
            <a:br>
              <a:rPr lang="en-US" sz="2500" spc="-5">
                <a:latin typeface="+mj-lt"/>
                <a:cs typeface="Lucida Sans"/>
              </a:rPr>
            </a:br>
            <a:r>
              <a:rPr lang="en-US" b="0"/>
              <a:t>Wavelength 1.55 µm – Gap=1.2</a:t>
            </a:r>
            <a:endParaRPr lang="en-US" sz="2500" b="0">
              <a:latin typeface="+mj-lt"/>
              <a:cs typeface="Lucida Sans"/>
            </a:endParaRPr>
          </a:p>
        </p:txBody>
      </p:sp>
      <p:pic>
        <p:nvPicPr>
          <p:cNvPr id="83" name="Gráfico 82">
            <a:extLst>
              <a:ext uri="{FF2B5EF4-FFF2-40B4-BE49-F238E27FC236}">
                <a16:creationId xmlns:a16="http://schemas.microsoft.com/office/drawing/2014/main" id="{5D2451F2-7231-9C07-00FB-40560B6CE51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2401D17-D7AC-CEBE-14DA-0BD91607F9DD}"/>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3" name="Marcador de pie de página 2">
            <a:extLst>
              <a:ext uri="{FF2B5EF4-FFF2-40B4-BE49-F238E27FC236}">
                <a16:creationId xmlns:a16="http://schemas.microsoft.com/office/drawing/2014/main" id="{DCF4FED0-DFBF-76D5-64BC-B61BBC521A0E}"/>
              </a:ext>
            </a:extLst>
          </p:cNvPr>
          <p:cNvSpPr>
            <a:spLocks noGrp="1"/>
          </p:cNvSpPr>
          <p:nvPr>
            <p:ph type="ftr" sz="quarter" idx="5"/>
          </p:nvPr>
        </p:nvSpPr>
        <p:spPr/>
        <p:txBody>
          <a:bodyPr/>
          <a:lstStyle/>
          <a:p>
            <a:pPr marL="12700">
              <a:spcBef>
                <a:spcPts val="15"/>
              </a:spcBef>
            </a:pPr>
            <a:r>
              <a:rPr lang="es-ES" spc="-5"/>
              <a:t>LAB 2.0. COUPLERS</a:t>
            </a:r>
          </a:p>
        </p:txBody>
      </p:sp>
      <p:sp>
        <p:nvSpPr>
          <p:cNvPr id="7" name="Rectángulo 6">
            <a:extLst>
              <a:ext uri="{FF2B5EF4-FFF2-40B4-BE49-F238E27FC236}">
                <a16:creationId xmlns:a16="http://schemas.microsoft.com/office/drawing/2014/main" id="{3EBBC71A-992D-3133-BEFC-E9CB1A51F4F8}"/>
              </a:ext>
            </a:extLst>
          </p:cNvPr>
          <p:cNvSpPr/>
          <p:nvPr/>
        </p:nvSpPr>
        <p:spPr>
          <a:xfrm>
            <a:off x="306728" y="1773278"/>
            <a:ext cx="11638381" cy="3692246"/>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uadroTexto 4">
            <a:extLst>
              <a:ext uri="{FF2B5EF4-FFF2-40B4-BE49-F238E27FC236}">
                <a16:creationId xmlns:a16="http://schemas.microsoft.com/office/drawing/2014/main" id="{174CD921-60E7-D253-01B0-03389CD2D5EE}"/>
              </a:ext>
            </a:extLst>
          </p:cNvPr>
          <p:cNvSpPr txBox="1"/>
          <p:nvPr/>
        </p:nvSpPr>
        <p:spPr>
          <a:xfrm>
            <a:off x="685800" y="1510598"/>
            <a:ext cx="4038600" cy="369332"/>
          </a:xfrm>
          <a:prstGeom prst="rect">
            <a:avLst/>
          </a:prstGeom>
          <a:noFill/>
        </p:spPr>
        <p:txBody>
          <a:bodyPr wrap="square" lIns="91440" tIns="45720" rIns="91440" bIns="45720" anchor="t">
            <a:spAutoFit/>
          </a:bodyPr>
          <a:lstStyle/>
          <a:p>
            <a:endParaRPr lang="en-US">
              <a:latin typeface="Consolas"/>
            </a:endParaRPr>
          </a:p>
        </p:txBody>
      </p:sp>
      <p:sp>
        <p:nvSpPr>
          <p:cNvPr id="6" name="CuadroTexto 5">
            <a:extLst>
              <a:ext uri="{FF2B5EF4-FFF2-40B4-BE49-F238E27FC236}">
                <a16:creationId xmlns:a16="http://schemas.microsoft.com/office/drawing/2014/main" id="{A7188ADF-1681-DBAC-ABCB-F166D1BFC374}"/>
              </a:ext>
            </a:extLst>
          </p:cNvPr>
          <p:cNvSpPr txBox="1"/>
          <p:nvPr/>
        </p:nvSpPr>
        <p:spPr>
          <a:xfrm>
            <a:off x="416768" y="1893129"/>
            <a:ext cx="4504638" cy="3222827"/>
          </a:xfrm>
          <a:prstGeom prst="rect">
            <a:avLst/>
          </a:prstGeom>
          <a:noFill/>
        </p:spPr>
        <p:txBody>
          <a:bodyPr wrap="square" lIns="91440" tIns="45720" rIns="91440" bIns="45720" anchor="t">
            <a:spAutoFit/>
          </a:bodyPr>
          <a:lstStyle/>
          <a:p>
            <a:r>
              <a:rPr lang="en-US" b="0" i="0">
                <a:effectLst/>
                <a:latin typeface="Consolas"/>
              </a:rPr>
              <a:t>------- </a:t>
            </a:r>
            <a:r>
              <a:rPr lang="en-US" b="0" i="0" err="1">
                <a:effectLst/>
                <a:latin typeface="Consolas"/>
              </a:rPr>
              <a:t>Pameters</a:t>
            </a:r>
            <a:r>
              <a:rPr lang="en-US" b="0" i="0">
                <a:effectLst/>
                <a:latin typeface="Consolas"/>
              </a:rPr>
              <a:t> ------- MMI length 290.2147 MMI length increment 0.0000 IO </a:t>
            </a:r>
            <a:r>
              <a:rPr lang="en-US" b="0" i="0" err="1">
                <a:effectLst/>
                <a:latin typeface="Consolas"/>
              </a:rPr>
              <a:t>wg</a:t>
            </a:r>
            <a:r>
              <a:rPr lang="en-US" b="0" i="0">
                <a:effectLst/>
                <a:latin typeface="Consolas"/>
              </a:rPr>
              <a:t> width 1.0000 IO </a:t>
            </a:r>
            <a:r>
              <a:rPr lang="en-US" b="0" i="0" err="1">
                <a:effectLst/>
                <a:latin typeface="Consolas"/>
              </a:rPr>
              <a:t>wg</a:t>
            </a:r>
            <a:r>
              <a:rPr lang="en-US" b="0" i="0">
                <a:effectLst/>
                <a:latin typeface="Consolas"/>
              </a:rPr>
              <a:t> width increment 0.0000 ------------------------ Total power IN coupled 0.8916 Total OUT power: 0.8818 Excess loss [dB] = 0.5464 ------------------------ Power over OUTs: ['0.4407', '0.4410'] Ratio over OUTs ['0.4998', '0.5002']</a:t>
            </a:r>
            <a:endParaRPr lang="es-ES">
              <a:latin typeface="Consolas"/>
            </a:endParaRPr>
          </a:p>
        </p:txBody>
      </p:sp>
      <p:pic>
        <p:nvPicPr>
          <p:cNvPr id="9" name="Imagen 8">
            <a:extLst>
              <a:ext uri="{FF2B5EF4-FFF2-40B4-BE49-F238E27FC236}">
                <a16:creationId xmlns:a16="http://schemas.microsoft.com/office/drawing/2014/main" id="{EB6D7B74-2143-FBE8-3AD4-A271AF36053D}"/>
              </a:ext>
            </a:extLst>
          </p:cNvPr>
          <p:cNvPicPr>
            <a:picLocks noChangeAspect="1"/>
          </p:cNvPicPr>
          <p:nvPr/>
        </p:nvPicPr>
        <p:blipFill>
          <a:blip r:embed="rId4"/>
          <a:stretch>
            <a:fillRect/>
          </a:stretch>
        </p:blipFill>
        <p:spPr>
          <a:xfrm>
            <a:off x="5140913" y="2971497"/>
            <a:ext cx="6657759" cy="1305986"/>
          </a:xfrm>
          <a:prstGeom prst="rect">
            <a:avLst/>
          </a:prstGeom>
        </p:spPr>
      </p:pic>
    </p:spTree>
    <p:extLst>
      <p:ext uri="{BB962C8B-B14F-4D97-AF65-F5344CB8AC3E}">
        <p14:creationId xmlns:p14="http://schemas.microsoft.com/office/powerpoint/2010/main" val="36166493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CC6B8-7E7A-E298-F9DF-045FA03B2B95}"/>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38AFAE3-A8BD-B5B7-74DB-F3928E66A5FF}"/>
              </a:ext>
            </a:extLst>
          </p:cNvPr>
          <p:cNvSpPr txBox="1">
            <a:spLocks noGrp="1"/>
          </p:cNvSpPr>
          <p:nvPr>
            <p:ph type="title"/>
          </p:nvPr>
        </p:nvSpPr>
        <p:spPr>
          <a:xfrm>
            <a:off x="685800" y="408883"/>
            <a:ext cx="10994410" cy="705321"/>
          </a:xfrm>
          <a:prstGeom prst="rect">
            <a:avLst/>
          </a:prstGeom>
        </p:spPr>
        <p:txBody>
          <a:bodyPr vert="horz" wrap="square" lIns="0" tIns="12700" rIns="0" bIns="0" rtlCol="0" anchor="t">
            <a:spAutoFit/>
          </a:bodyPr>
          <a:lstStyle/>
          <a:p>
            <a:pPr marL="12700">
              <a:spcBef>
                <a:spcPts val="100"/>
              </a:spcBef>
            </a:pPr>
            <a:r>
              <a:rPr lang="en-US" sz="2500"/>
              <a:t>Learning outcome #3 – 2x2 Directional Coupler</a:t>
            </a:r>
            <a:br>
              <a:rPr lang="en-US" sz="2500" spc="-5">
                <a:latin typeface="+mj-lt"/>
                <a:cs typeface="Lucida Sans"/>
              </a:rPr>
            </a:br>
            <a:r>
              <a:rPr lang="en-US" b="0" err="1"/>
              <a:t>Conclusiones</a:t>
            </a:r>
            <a:endParaRPr lang="en-US" sz="2500" b="0" err="1">
              <a:latin typeface="+mj-lt"/>
              <a:cs typeface="Lucida Sans"/>
            </a:endParaRPr>
          </a:p>
        </p:txBody>
      </p:sp>
      <p:pic>
        <p:nvPicPr>
          <p:cNvPr id="83" name="Gráfico 82">
            <a:extLst>
              <a:ext uri="{FF2B5EF4-FFF2-40B4-BE49-F238E27FC236}">
                <a16:creationId xmlns:a16="http://schemas.microsoft.com/office/drawing/2014/main" id="{59F9D6C2-5D7A-9B93-D9E4-30461241AC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DFB266DF-3DC6-A2E3-0E13-365D5559C253}"/>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290C1E1A-E273-A61A-449F-9392ABEF3C85}"/>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1671473A-C021-AEC1-90FF-B268BC4E5D45}"/>
              </a:ext>
            </a:extLst>
          </p:cNvPr>
          <p:cNvSpPr txBox="1"/>
          <p:nvPr/>
        </p:nvSpPr>
        <p:spPr>
          <a:xfrm>
            <a:off x="495710" y="1982931"/>
            <a:ext cx="11199971" cy="2862322"/>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n-US" dirty="0">
                <a:latin typeface="Arial"/>
                <a:cs typeface="Arial"/>
              </a:rPr>
              <a:t>Al </a:t>
            </a:r>
            <a:r>
              <a:rPr lang="en-US" dirty="0" err="1">
                <a:latin typeface="Arial"/>
                <a:cs typeface="Arial"/>
              </a:rPr>
              <a:t>aumentar</a:t>
            </a:r>
            <a:r>
              <a:rPr lang="en-US" dirty="0">
                <a:latin typeface="Arial"/>
                <a:cs typeface="Arial"/>
              </a:rPr>
              <a:t> </a:t>
            </a:r>
            <a:r>
              <a:rPr lang="en-US" dirty="0" err="1">
                <a:latin typeface="Arial"/>
                <a:cs typeface="Arial"/>
              </a:rPr>
              <a:t>el</a:t>
            </a:r>
            <a:r>
              <a:rPr lang="en-US" dirty="0">
                <a:latin typeface="Arial"/>
                <a:cs typeface="Arial"/>
              </a:rPr>
              <a:t> gap, se </a:t>
            </a:r>
            <a:r>
              <a:rPr lang="en-US" dirty="0" err="1">
                <a:latin typeface="Arial"/>
                <a:cs typeface="Arial"/>
              </a:rPr>
              <a:t>observa</a:t>
            </a:r>
            <a:r>
              <a:rPr lang="en-US" dirty="0">
                <a:latin typeface="Arial"/>
                <a:cs typeface="Arial"/>
              </a:rPr>
              <a:t> un </a:t>
            </a:r>
            <a:r>
              <a:rPr lang="en-US" dirty="0" err="1">
                <a:latin typeface="Arial"/>
                <a:cs typeface="Arial"/>
              </a:rPr>
              <a:t>incremento</a:t>
            </a:r>
            <a:r>
              <a:rPr lang="en-US" dirty="0">
                <a:latin typeface="Arial"/>
                <a:cs typeface="Arial"/>
              </a:rPr>
              <a:t> </a:t>
            </a:r>
            <a:r>
              <a:rPr lang="en-US" dirty="0" err="1">
                <a:latin typeface="Arial"/>
                <a:cs typeface="Arial"/>
              </a:rPr>
              <a:t>significativo</a:t>
            </a:r>
            <a:r>
              <a:rPr lang="en-US" dirty="0">
                <a:latin typeface="Arial"/>
                <a:cs typeface="Arial"/>
              </a:rPr>
              <a:t> de la </a:t>
            </a:r>
            <a:r>
              <a:rPr lang="en-US" dirty="0" err="1">
                <a:latin typeface="Arial"/>
                <a:cs typeface="Arial"/>
              </a:rPr>
              <a:t>longitud</a:t>
            </a:r>
            <a:r>
              <a:rPr lang="en-US" dirty="0">
                <a:latin typeface="Arial"/>
                <a:cs typeface="Arial"/>
              </a:rPr>
              <a:t> </a:t>
            </a:r>
            <a:r>
              <a:rPr lang="en-US" dirty="0" err="1">
                <a:latin typeface="Arial"/>
                <a:cs typeface="Arial"/>
              </a:rPr>
              <a:t>necesaria</a:t>
            </a:r>
            <a:r>
              <a:rPr lang="en-US" dirty="0">
                <a:latin typeface="Arial"/>
                <a:cs typeface="Arial"/>
              </a:rPr>
              <a:t> del </a:t>
            </a:r>
            <a:r>
              <a:rPr lang="en-US" dirty="0" err="1">
                <a:latin typeface="Arial"/>
                <a:cs typeface="Arial"/>
              </a:rPr>
              <a:t>acoplador</a:t>
            </a:r>
            <a:r>
              <a:rPr lang="en-US" dirty="0">
                <a:latin typeface="Arial"/>
                <a:cs typeface="Arial"/>
              </a:rPr>
              <a:t>. Este </a:t>
            </a:r>
            <a:r>
              <a:rPr lang="en-US" dirty="0" err="1">
                <a:latin typeface="Arial"/>
                <a:cs typeface="Arial"/>
              </a:rPr>
              <a:t>comportamiento</a:t>
            </a:r>
            <a:r>
              <a:rPr lang="en-US" dirty="0">
                <a:latin typeface="Arial"/>
                <a:cs typeface="Arial"/>
              </a:rPr>
              <a:t> se </a:t>
            </a:r>
            <a:r>
              <a:rPr lang="en-US" dirty="0" err="1">
                <a:latin typeface="Arial"/>
                <a:cs typeface="Arial"/>
              </a:rPr>
              <a:t>explica</a:t>
            </a:r>
            <a:r>
              <a:rPr lang="en-US" dirty="0">
                <a:latin typeface="Arial"/>
                <a:cs typeface="Arial"/>
              </a:rPr>
              <a:t> </a:t>
            </a:r>
            <a:r>
              <a:rPr lang="en-US" dirty="0" err="1">
                <a:latin typeface="Arial"/>
                <a:cs typeface="Arial"/>
              </a:rPr>
              <a:t>porque</a:t>
            </a:r>
            <a:r>
              <a:rPr lang="en-US" dirty="0">
                <a:latin typeface="Arial"/>
                <a:cs typeface="Arial"/>
              </a:rPr>
              <a:t> al </a:t>
            </a:r>
            <a:r>
              <a:rPr lang="en-US" dirty="0" err="1">
                <a:latin typeface="Arial"/>
                <a:cs typeface="Arial"/>
              </a:rPr>
              <a:t>aumentar</a:t>
            </a:r>
            <a:r>
              <a:rPr lang="en-US" dirty="0">
                <a:latin typeface="Arial"/>
                <a:cs typeface="Arial"/>
              </a:rPr>
              <a:t> la </a:t>
            </a:r>
            <a:r>
              <a:rPr lang="en-US" dirty="0" err="1">
                <a:latin typeface="Arial"/>
                <a:cs typeface="Arial"/>
              </a:rPr>
              <a:t>separación</a:t>
            </a:r>
            <a:r>
              <a:rPr lang="en-US" dirty="0">
                <a:latin typeface="Arial"/>
                <a:cs typeface="Arial"/>
              </a:rPr>
              <a:t> entre las </a:t>
            </a:r>
            <a:r>
              <a:rPr lang="en-US" dirty="0" err="1">
                <a:latin typeface="Arial"/>
                <a:cs typeface="Arial"/>
              </a:rPr>
              <a:t>guías</a:t>
            </a:r>
            <a:r>
              <a:rPr lang="en-US" dirty="0">
                <a:latin typeface="Arial"/>
                <a:cs typeface="Arial"/>
              </a:rPr>
              <a:t> </a:t>
            </a:r>
            <a:r>
              <a:rPr lang="en-US" dirty="0" err="1">
                <a:latin typeface="Arial"/>
                <a:cs typeface="Arial"/>
              </a:rPr>
              <a:t>disminuye</a:t>
            </a:r>
            <a:r>
              <a:rPr lang="en-US" dirty="0">
                <a:latin typeface="Arial"/>
                <a:cs typeface="Arial"/>
              </a:rPr>
              <a:t> </a:t>
            </a:r>
            <a:r>
              <a:rPr lang="en-US" dirty="0" err="1">
                <a:latin typeface="Arial"/>
                <a:cs typeface="Arial"/>
              </a:rPr>
              <a:t>el</a:t>
            </a:r>
            <a:r>
              <a:rPr lang="en-US" dirty="0">
                <a:latin typeface="Arial"/>
                <a:cs typeface="Arial"/>
              </a:rPr>
              <a:t> </a:t>
            </a:r>
            <a:r>
              <a:rPr lang="en-US" dirty="0" err="1">
                <a:latin typeface="Arial"/>
                <a:cs typeface="Arial"/>
              </a:rPr>
              <a:t>solapamiento</a:t>
            </a:r>
            <a:r>
              <a:rPr lang="en-US" dirty="0">
                <a:latin typeface="Arial"/>
                <a:cs typeface="Arial"/>
              </a:rPr>
              <a:t> de </a:t>
            </a:r>
            <a:r>
              <a:rPr lang="en-US" dirty="0" err="1">
                <a:latin typeface="Arial"/>
                <a:cs typeface="Arial"/>
              </a:rPr>
              <a:t>los</a:t>
            </a:r>
            <a:r>
              <a:rPr lang="en-US" dirty="0">
                <a:latin typeface="Arial"/>
                <a:cs typeface="Arial"/>
              </a:rPr>
              <a:t> campos </a:t>
            </a:r>
            <a:r>
              <a:rPr lang="en-US" dirty="0" err="1">
                <a:latin typeface="Arial"/>
                <a:cs typeface="Arial"/>
              </a:rPr>
              <a:t>evanescentes</a:t>
            </a:r>
            <a:r>
              <a:rPr lang="en-US" dirty="0">
                <a:latin typeface="Arial"/>
                <a:cs typeface="Arial"/>
              </a:rPr>
              <a:t>, </a:t>
            </a:r>
            <a:r>
              <a:rPr lang="en-US" dirty="0" err="1">
                <a:latin typeface="Arial"/>
                <a:cs typeface="Arial"/>
              </a:rPr>
              <a:t>reduciendo</a:t>
            </a:r>
            <a:r>
              <a:rPr lang="en-US" dirty="0">
                <a:latin typeface="Arial"/>
                <a:cs typeface="Arial"/>
              </a:rPr>
              <a:t> </a:t>
            </a:r>
            <a:r>
              <a:rPr lang="en-US" dirty="0" err="1">
                <a:latin typeface="Arial"/>
                <a:cs typeface="Arial"/>
              </a:rPr>
              <a:t>el</a:t>
            </a:r>
            <a:r>
              <a:rPr lang="en-US" dirty="0">
                <a:latin typeface="Arial"/>
                <a:cs typeface="Arial"/>
              </a:rPr>
              <a:t> </a:t>
            </a:r>
            <a:r>
              <a:rPr lang="en-US" dirty="0" err="1">
                <a:latin typeface="Arial"/>
                <a:cs typeface="Arial"/>
              </a:rPr>
              <a:t>coeficiente</a:t>
            </a:r>
            <a:r>
              <a:rPr lang="en-US" dirty="0">
                <a:latin typeface="Arial"/>
                <a:cs typeface="Arial"/>
              </a:rPr>
              <a:t> de </a:t>
            </a:r>
            <a:r>
              <a:rPr lang="en-US" dirty="0" err="1">
                <a:latin typeface="Arial"/>
                <a:cs typeface="Arial"/>
              </a:rPr>
              <a:t>acoplo</a:t>
            </a:r>
            <a:r>
              <a:rPr lang="en-US" dirty="0">
                <a:latin typeface="Arial"/>
                <a:cs typeface="Arial"/>
              </a:rPr>
              <a:t> y, </a:t>
            </a:r>
            <a:r>
              <a:rPr lang="en-US" dirty="0" err="1">
                <a:latin typeface="Arial"/>
                <a:cs typeface="Arial"/>
              </a:rPr>
              <a:t>en</a:t>
            </a:r>
            <a:r>
              <a:rPr lang="en-US" dirty="0">
                <a:latin typeface="Arial"/>
                <a:cs typeface="Arial"/>
              </a:rPr>
              <a:t> </a:t>
            </a:r>
            <a:r>
              <a:rPr lang="en-US" dirty="0" err="1">
                <a:latin typeface="Arial"/>
                <a:cs typeface="Arial"/>
              </a:rPr>
              <a:t>consecuencia</a:t>
            </a:r>
            <a:r>
              <a:rPr lang="en-US" dirty="0">
                <a:latin typeface="Arial"/>
                <a:cs typeface="Arial"/>
              </a:rPr>
              <a:t>, </a:t>
            </a:r>
            <a:r>
              <a:rPr lang="en-US" dirty="0" err="1">
                <a:latin typeface="Arial"/>
                <a:cs typeface="Arial"/>
              </a:rPr>
              <a:t>aumentando</a:t>
            </a:r>
            <a:r>
              <a:rPr lang="en-US" dirty="0">
                <a:latin typeface="Arial"/>
                <a:cs typeface="Arial"/>
              </a:rPr>
              <a:t> la </a:t>
            </a:r>
            <a:r>
              <a:rPr lang="en-US" dirty="0" err="1">
                <a:latin typeface="Arial"/>
                <a:cs typeface="Arial"/>
              </a:rPr>
              <a:t>longitud</a:t>
            </a:r>
            <a:r>
              <a:rPr lang="en-US" dirty="0">
                <a:latin typeface="Arial"/>
                <a:cs typeface="Arial"/>
              </a:rPr>
              <a:t> de batido. </a:t>
            </a:r>
          </a:p>
          <a:p>
            <a:pPr algn="just"/>
            <a:endParaRPr lang="en-US" dirty="0">
              <a:latin typeface="Arial"/>
              <a:cs typeface="Arial"/>
            </a:endParaRPr>
          </a:p>
          <a:p>
            <a:pPr algn="just"/>
            <a:r>
              <a:rPr lang="en-US" dirty="0">
                <a:latin typeface="Arial"/>
                <a:cs typeface="Arial"/>
              </a:rPr>
              <a:t>El </a:t>
            </a:r>
            <a:r>
              <a:rPr lang="en-US" dirty="0" err="1">
                <a:latin typeface="Arial"/>
                <a:cs typeface="Arial"/>
              </a:rPr>
              <a:t>reparto</a:t>
            </a:r>
            <a:r>
              <a:rPr lang="en-US" dirty="0">
                <a:latin typeface="Arial"/>
                <a:cs typeface="Arial"/>
              </a:rPr>
              <a:t> de </a:t>
            </a:r>
            <a:r>
              <a:rPr lang="en-US" dirty="0" err="1">
                <a:latin typeface="Arial"/>
                <a:cs typeface="Arial"/>
              </a:rPr>
              <a:t>potencia</a:t>
            </a:r>
            <a:r>
              <a:rPr lang="en-US" dirty="0">
                <a:latin typeface="Arial"/>
                <a:cs typeface="Arial"/>
              </a:rPr>
              <a:t> entre </a:t>
            </a:r>
            <a:r>
              <a:rPr lang="en-US" dirty="0" err="1">
                <a:latin typeface="Arial"/>
                <a:cs typeface="Arial"/>
              </a:rPr>
              <a:t>los</a:t>
            </a:r>
            <a:r>
              <a:rPr lang="en-US" dirty="0">
                <a:latin typeface="Arial"/>
                <a:cs typeface="Arial"/>
              </a:rPr>
              <a:t> dos </a:t>
            </a:r>
            <a:r>
              <a:rPr lang="en-US" dirty="0" err="1">
                <a:latin typeface="Arial"/>
                <a:cs typeface="Arial"/>
              </a:rPr>
              <a:t>puertos</a:t>
            </a:r>
            <a:r>
              <a:rPr lang="en-US" dirty="0">
                <a:latin typeface="Arial"/>
                <a:cs typeface="Arial"/>
              </a:rPr>
              <a:t> de </a:t>
            </a:r>
            <a:r>
              <a:rPr lang="en-US" dirty="0" err="1">
                <a:latin typeface="Arial"/>
                <a:cs typeface="Arial"/>
              </a:rPr>
              <a:t>salida</a:t>
            </a:r>
            <a:r>
              <a:rPr lang="en-US" dirty="0">
                <a:latin typeface="Arial"/>
                <a:cs typeface="Arial"/>
              </a:rPr>
              <a:t> se </a:t>
            </a:r>
            <a:r>
              <a:rPr lang="en-US" dirty="0" err="1">
                <a:latin typeface="Arial"/>
                <a:cs typeface="Arial"/>
              </a:rPr>
              <a:t>mantiene</a:t>
            </a:r>
            <a:r>
              <a:rPr lang="en-US" dirty="0">
                <a:latin typeface="Arial"/>
                <a:cs typeface="Arial"/>
              </a:rPr>
              <a:t> </a:t>
            </a:r>
            <a:r>
              <a:rPr lang="en-US" dirty="0" err="1">
                <a:latin typeface="Arial"/>
                <a:cs typeface="Arial"/>
              </a:rPr>
              <a:t>cercano</a:t>
            </a:r>
            <a:r>
              <a:rPr lang="en-US" dirty="0">
                <a:latin typeface="Arial"/>
                <a:cs typeface="Arial"/>
              </a:rPr>
              <a:t> a 50/50 </a:t>
            </a:r>
            <a:r>
              <a:rPr lang="en-US" dirty="0" err="1">
                <a:latin typeface="Arial"/>
                <a:cs typeface="Arial"/>
              </a:rPr>
              <a:t>en</a:t>
            </a:r>
            <a:r>
              <a:rPr lang="en-US" dirty="0">
                <a:latin typeface="Arial"/>
                <a:cs typeface="Arial"/>
              </a:rPr>
              <a:t> </a:t>
            </a:r>
            <a:r>
              <a:rPr lang="en-US" dirty="0" err="1">
                <a:latin typeface="Arial"/>
                <a:cs typeface="Arial"/>
              </a:rPr>
              <a:t>todos</a:t>
            </a:r>
            <a:r>
              <a:rPr lang="en-US" dirty="0">
                <a:latin typeface="Arial"/>
                <a:cs typeface="Arial"/>
              </a:rPr>
              <a:t> </a:t>
            </a:r>
            <a:r>
              <a:rPr lang="en-US" dirty="0" err="1">
                <a:latin typeface="Arial"/>
                <a:cs typeface="Arial"/>
              </a:rPr>
              <a:t>los</a:t>
            </a:r>
            <a:r>
              <a:rPr lang="en-US" dirty="0">
                <a:latin typeface="Arial"/>
                <a:cs typeface="Arial"/>
              </a:rPr>
              <a:t> </a:t>
            </a:r>
            <a:r>
              <a:rPr lang="en-US" dirty="0" err="1">
                <a:latin typeface="Arial"/>
                <a:cs typeface="Arial"/>
              </a:rPr>
              <a:t>casos</a:t>
            </a:r>
            <a:r>
              <a:rPr lang="en-US" dirty="0">
                <a:latin typeface="Arial"/>
                <a:cs typeface="Arial"/>
              </a:rPr>
              <a:t>, lo </a:t>
            </a:r>
            <a:r>
              <a:rPr lang="en-US" dirty="0" err="1">
                <a:latin typeface="Arial"/>
                <a:cs typeface="Arial"/>
              </a:rPr>
              <a:t>que</a:t>
            </a:r>
            <a:r>
              <a:rPr lang="en-US" dirty="0">
                <a:latin typeface="Arial"/>
                <a:cs typeface="Arial"/>
              </a:rPr>
              <a:t> indica un </a:t>
            </a:r>
            <a:r>
              <a:rPr lang="en-US" dirty="0" err="1">
                <a:latin typeface="Arial"/>
                <a:cs typeface="Arial"/>
              </a:rPr>
              <a:t>correcto</a:t>
            </a:r>
            <a:r>
              <a:rPr lang="en-US" dirty="0">
                <a:latin typeface="Arial"/>
                <a:cs typeface="Arial"/>
              </a:rPr>
              <a:t> </a:t>
            </a:r>
            <a:r>
              <a:rPr lang="en-US" dirty="0" err="1">
                <a:latin typeface="Arial"/>
                <a:cs typeface="Arial"/>
              </a:rPr>
              <a:t>funcionamiento</a:t>
            </a:r>
            <a:r>
              <a:rPr lang="en-US" dirty="0">
                <a:latin typeface="Arial"/>
                <a:cs typeface="Arial"/>
              </a:rPr>
              <a:t> del </a:t>
            </a:r>
            <a:r>
              <a:rPr lang="en-US" dirty="0" err="1">
                <a:latin typeface="Arial"/>
                <a:cs typeface="Arial"/>
              </a:rPr>
              <a:t>acoplador</a:t>
            </a:r>
            <a:r>
              <a:rPr lang="en-US" dirty="0">
                <a:latin typeface="Arial"/>
                <a:cs typeface="Arial"/>
              </a:rPr>
              <a:t> 2×2 </a:t>
            </a:r>
            <a:r>
              <a:rPr lang="en-US" dirty="0" err="1">
                <a:latin typeface="Arial"/>
                <a:cs typeface="Arial"/>
              </a:rPr>
              <a:t>cuando</a:t>
            </a:r>
            <a:r>
              <a:rPr lang="en-US" dirty="0">
                <a:latin typeface="Arial"/>
                <a:cs typeface="Arial"/>
              </a:rPr>
              <a:t> se </a:t>
            </a:r>
            <a:r>
              <a:rPr lang="en-US" dirty="0" err="1">
                <a:latin typeface="Arial"/>
                <a:cs typeface="Arial"/>
              </a:rPr>
              <a:t>ajusta</a:t>
            </a:r>
            <a:r>
              <a:rPr lang="en-US" dirty="0">
                <a:latin typeface="Arial"/>
                <a:cs typeface="Arial"/>
              </a:rPr>
              <a:t> </a:t>
            </a:r>
            <a:r>
              <a:rPr lang="en-US" dirty="0" err="1">
                <a:latin typeface="Arial"/>
                <a:cs typeface="Arial"/>
              </a:rPr>
              <a:t>su</a:t>
            </a:r>
            <a:r>
              <a:rPr lang="en-US" dirty="0">
                <a:latin typeface="Arial"/>
                <a:cs typeface="Arial"/>
              </a:rPr>
              <a:t> </a:t>
            </a:r>
            <a:r>
              <a:rPr lang="en-US" dirty="0" err="1">
                <a:latin typeface="Arial"/>
                <a:cs typeface="Arial"/>
              </a:rPr>
              <a:t>longitud</a:t>
            </a:r>
            <a:r>
              <a:rPr lang="en-US" dirty="0">
                <a:latin typeface="Arial"/>
                <a:cs typeface="Arial"/>
              </a:rPr>
              <a:t>. </a:t>
            </a:r>
          </a:p>
          <a:p>
            <a:pPr algn="just"/>
            <a:endParaRPr lang="en-US" dirty="0">
              <a:latin typeface="Arial"/>
              <a:cs typeface="Arial"/>
            </a:endParaRPr>
          </a:p>
          <a:p>
            <a:pPr algn="just"/>
            <a:r>
              <a:rPr lang="en-US" dirty="0">
                <a:latin typeface="Arial"/>
                <a:cs typeface="Arial"/>
              </a:rPr>
              <a:t>En </a:t>
            </a:r>
            <a:r>
              <a:rPr lang="en-US" dirty="0" err="1">
                <a:latin typeface="Arial"/>
                <a:cs typeface="Arial"/>
              </a:rPr>
              <a:t>cuanto</a:t>
            </a:r>
            <a:r>
              <a:rPr lang="en-US" dirty="0">
                <a:latin typeface="Arial"/>
                <a:cs typeface="Arial"/>
              </a:rPr>
              <a:t> a las </a:t>
            </a:r>
            <a:r>
              <a:rPr lang="en-US" dirty="0" err="1">
                <a:latin typeface="Arial"/>
                <a:cs typeface="Arial"/>
              </a:rPr>
              <a:t>pérdidas</a:t>
            </a:r>
            <a:r>
              <a:rPr lang="en-US" dirty="0">
                <a:latin typeface="Arial"/>
                <a:cs typeface="Arial"/>
              </a:rPr>
              <a:t>, se </a:t>
            </a:r>
            <a:r>
              <a:rPr lang="en-US" dirty="0" err="1">
                <a:latin typeface="Arial"/>
                <a:cs typeface="Arial"/>
              </a:rPr>
              <a:t>observa</a:t>
            </a:r>
            <a:r>
              <a:rPr lang="en-US" dirty="0">
                <a:latin typeface="Arial"/>
                <a:cs typeface="Arial"/>
              </a:rPr>
              <a:t> </a:t>
            </a:r>
            <a:r>
              <a:rPr lang="en-US" dirty="0" err="1">
                <a:latin typeface="Arial"/>
                <a:cs typeface="Arial"/>
              </a:rPr>
              <a:t>que</a:t>
            </a:r>
            <a:r>
              <a:rPr lang="en-US" dirty="0">
                <a:latin typeface="Arial"/>
                <a:cs typeface="Arial"/>
              </a:rPr>
              <a:t> para </a:t>
            </a:r>
            <a:r>
              <a:rPr lang="en-US" dirty="0" err="1">
                <a:latin typeface="Arial"/>
                <a:cs typeface="Arial"/>
              </a:rPr>
              <a:t>valores</a:t>
            </a:r>
            <a:r>
              <a:rPr lang="en-US" dirty="0">
                <a:latin typeface="Arial"/>
                <a:cs typeface="Arial"/>
              </a:rPr>
              <a:t> </a:t>
            </a:r>
            <a:r>
              <a:rPr lang="en-US" dirty="0" err="1">
                <a:latin typeface="Arial"/>
                <a:cs typeface="Arial"/>
              </a:rPr>
              <a:t>intermedios</a:t>
            </a:r>
            <a:r>
              <a:rPr lang="en-US" dirty="0">
                <a:latin typeface="Arial"/>
                <a:cs typeface="Arial"/>
              </a:rPr>
              <a:t> de gap (≈ 0.6–0.8 µm) las </a:t>
            </a:r>
            <a:r>
              <a:rPr lang="en-US" dirty="0" err="1">
                <a:latin typeface="Arial"/>
                <a:cs typeface="Arial"/>
              </a:rPr>
              <a:t>pérdidas</a:t>
            </a:r>
            <a:r>
              <a:rPr lang="en-US" dirty="0">
                <a:latin typeface="Arial"/>
                <a:cs typeface="Arial"/>
              </a:rPr>
              <a:t> son </a:t>
            </a:r>
            <a:r>
              <a:rPr lang="en-US" dirty="0" err="1">
                <a:latin typeface="Arial"/>
                <a:cs typeface="Arial"/>
              </a:rPr>
              <a:t>mínimas</a:t>
            </a:r>
            <a:r>
              <a:rPr lang="en-US" dirty="0">
                <a:latin typeface="Arial"/>
                <a:cs typeface="Arial"/>
              </a:rPr>
              <a:t>, </a:t>
            </a:r>
            <a:r>
              <a:rPr lang="en-US" dirty="0" err="1">
                <a:latin typeface="Arial"/>
                <a:cs typeface="Arial"/>
              </a:rPr>
              <a:t>mientras</a:t>
            </a:r>
            <a:r>
              <a:rPr lang="en-US" dirty="0">
                <a:latin typeface="Arial"/>
                <a:cs typeface="Arial"/>
              </a:rPr>
              <a:t> </a:t>
            </a:r>
            <a:r>
              <a:rPr lang="en-US" dirty="0" err="1">
                <a:latin typeface="Arial"/>
                <a:cs typeface="Arial"/>
              </a:rPr>
              <a:t>que</a:t>
            </a:r>
            <a:r>
              <a:rPr lang="en-US" dirty="0">
                <a:latin typeface="Arial"/>
                <a:cs typeface="Arial"/>
              </a:rPr>
              <a:t> para gaps </a:t>
            </a:r>
            <a:r>
              <a:rPr lang="en-US" dirty="0" err="1">
                <a:latin typeface="Arial"/>
                <a:cs typeface="Arial"/>
              </a:rPr>
              <a:t>muy</a:t>
            </a:r>
            <a:r>
              <a:rPr lang="en-US" dirty="0">
                <a:latin typeface="Arial"/>
                <a:cs typeface="Arial"/>
              </a:rPr>
              <a:t> </a:t>
            </a:r>
            <a:r>
              <a:rPr lang="en-US" dirty="0" err="1">
                <a:latin typeface="Arial"/>
                <a:cs typeface="Arial"/>
              </a:rPr>
              <a:t>pequeños</a:t>
            </a:r>
            <a:r>
              <a:rPr lang="en-US" dirty="0">
                <a:latin typeface="Arial"/>
                <a:cs typeface="Arial"/>
              </a:rPr>
              <a:t> o </a:t>
            </a:r>
            <a:r>
              <a:rPr lang="en-US" dirty="0" err="1">
                <a:latin typeface="Arial"/>
                <a:cs typeface="Arial"/>
              </a:rPr>
              <a:t>muy</a:t>
            </a:r>
            <a:r>
              <a:rPr lang="en-US" dirty="0">
                <a:latin typeface="Arial"/>
                <a:cs typeface="Arial"/>
              </a:rPr>
              <a:t> </a:t>
            </a:r>
            <a:r>
              <a:rPr lang="en-US" dirty="0" err="1">
                <a:latin typeface="Arial"/>
                <a:cs typeface="Arial"/>
              </a:rPr>
              <a:t>grandes</a:t>
            </a:r>
            <a:r>
              <a:rPr lang="en-US" dirty="0">
                <a:latin typeface="Arial"/>
                <a:cs typeface="Arial"/>
              </a:rPr>
              <a:t> </a:t>
            </a:r>
            <a:r>
              <a:rPr lang="en-US" dirty="0" err="1">
                <a:latin typeface="Arial"/>
                <a:cs typeface="Arial"/>
              </a:rPr>
              <a:t>aumentan</a:t>
            </a:r>
            <a:r>
              <a:rPr lang="en-US" dirty="0">
                <a:latin typeface="Arial"/>
                <a:cs typeface="Arial"/>
              </a:rPr>
              <a:t> </a:t>
            </a:r>
            <a:r>
              <a:rPr lang="en-US" dirty="0" err="1">
                <a:latin typeface="Arial"/>
                <a:cs typeface="Arial"/>
              </a:rPr>
              <a:t>ligeramente</a:t>
            </a:r>
            <a:r>
              <a:rPr lang="en-US" dirty="0">
                <a:latin typeface="Arial"/>
                <a:cs typeface="Arial"/>
              </a:rPr>
              <a:t>.</a:t>
            </a:r>
            <a:endParaRPr lang="en-US" sz="1200" dirty="0">
              <a:ea typeface="Calibri"/>
              <a:cs typeface="Calibri"/>
            </a:endParaRPr>
          </a:p>
        </p:txBody>
      </p:sp>
    </p:spTree>
    <p:extLst>
      <p:ext uri="{BB962C8B-B14F-4D97-AF65-F5344CB8AC3E}">
        <p14:creationId xmlns:p14="http://schemas.microsoft.com/office/powerpoint/2010/main" val="17936704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#4 – Parallel uncoupled waveguides – TE0 mode</a:t>
            </a:r>
            <a:br>
              <a:rPr lang="en-US" sz="2500" spc="-5">
                <a:latin typeface="+mj-lt"/>
                <a:cs typeface="Lucida Sans"/>
              </a:rPr>
            </a:br>
            <a:r>
              <a:rPr lang="en-US" b="0"/>
              <a:t>Wavelength 1.55 µm, width 1.0 µm, gap to be found for uncoupled </a:t>
            </a:r>
            <a:r>
              <a:rPr lang="en-US" b="0" err="1"/>
              <a:t>wvgs</a:t>
            </a:r>
            <a:endParaRPr lang="en-US" sz="2500" b="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15</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627196"/>
            <a:ext cx="11199971" cy="923330"/>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n-US" dirty="0">
                <a:latin typeface="Arial"/>
                <a:cs typeface="Arial"/>
              </a:rPr>
              <a:t>Se ha </a:t>
            </a:r>
            <a:r>
              <a:rPr lang="en-US" dirty="0" err="1">
                <a:latin typeface="Arial"/>
                <a:cs typeface="Arial"/>
              </a:rPr>
              <a:t>obtenido</a:t>
            </a:r>
            <a:r>
              <a:rPr lang="en-US" dirty="0">
                <a:latin typeface="Arial"/>
                <a:cs typeface="Arial"/>
              </a:rPr>
              <a:t> </a:t>
            </a:r>
            <a:r>
              <a:rPr lang="en-US" dirty="0" err="1">
                <a:latin typeface="Arial"/>
                <a:cs typeface="Arial"/>
              </a:rPr>
              <a:t>el</a:t>
            </a:r>
            <a:r>
              <a:rPr lang="en-US" dirty="0">
                <a:latin typeface="Arial"/>
                <a:cs typeface="Arial"/>
              </a:rPr>
              <a:t> </a:t>
            </a:r>
            <a:r>
              <a:rPr lang="en-US" dirty="0" err="1">
                <a:latin typeface="Arial"/>
                <a:cs typeface="Arial"/>
              </a:rPr>
              <a:t>coeficiente</a:t>
            </a:r>
            <a:r>
              <a:rPr lang="en-US" dirty="0">
                <a:latin typeface="Arial"/>
                <a:cs typeface="Arial"/>
              </a:rPr>
              <a:t> de </a:t>
            </a:r>
            <a:r>
              <a:rPr lang="en-US" dirty="0" err="1">
                <a:latin typeface="Arial"/>
                <a:cs typeface="Arial"/>
              </a:rPr>
              <a:t>acoplo</a:t>
            </a:r>
            <a:r>
              <a:rPr lang="en-US" dirty="0">
                <a:latin typeface="Arial"/>
                <a:cs typeface="Arial"/>
              </a:rPr>
              <a:t> </a:t>
            </a:r>
            <a:r>
              <a:rPr lang="en-US" dirty="0" err="1">
                <a:latin typeface="Arial"/>
                <a:cs typeface="Arial"/>
              </a:rPr>
              <a:t>según</a:t>
            </a:r>
            <a:r>
              <a:rPr lang="en-US" dirty="0">
                <a:latin typeface="Arial"/>
                <a:cs typeface="Arial"/>
              </a:rPr>
              <a:t> </a:t>
            </a:r>
            <a:r>
              <a:rPr lang="en-US" dirty="0" err="1">
                <a:latin typeface="Arial"/>
                <a:cs typeface="Arial"/>
              </a:rPr>
              <a:t>el</a:t>
            </a:r>
            <a:r>
              <a:rPr lang="en-US" dirty="0">
                <a:latin typeface="Arial"/>
                <a:cs typeface="Arial"/>
              </a:rPr>
              <a:t> gap tanto para la </a:t>
            </a:r>
            <a:r>
              <a:rPr lang="en-US" dirty="0" err="1">
                <a:latin typeface="Arial"/>
                <a:cs typeface="Arial"/>
              </a:rPr>
              <a:t>guía</a:t>
            </a:r>
            <a:r>
              <a:rPr lang="en-US" dirty="0">
                <a:latin typeface="Arial"/>
                <a:cs typeface="Arial"/>
              </a:rPr>
              <a:t> deep </a:t>
            </a:r>
            <a:r>
              <a:rPr lang="en-US" dirty="0" err="1">
                <a:latin typeface="Arial"/>
                <a:cs typeface="Arial"/>
              </a:rPr>
              <a:t>como</a:t>
            </a:r>
            <a:r>
              <a:rPr lang="en-US" dirty="0">
                <a:latin typeface="Arial"/>
                <a:cs typeface="Arial"/>
              </a:rPr>
              <a:t> para la shallow. </a:t>
            </a:r>
            <a:endParaRPr lang="es-ES" dirty="0"/>
          </a:p>
          <a:p>
            <a:pPr algn="just"/>
            <a:r>
              <a:rPr lang="en-US" dirty="0" err="1">
                <a:latin typeface="Arial"/>
                <a:cs typeface="Arial"/>
              </a:rPr>
              <a:t>Además</a:t>
            </a:r>
            <a:r>
              <a:rPr lang="en-US" dirty="0">
                <a:latin typeface="Arial"/>
                <a:cs typeface="Arial"/>
              </a:rPr>
              <a:t>, se </a:t>
            </a:r>
            <a:r>
              <a:rPr lang="en-US" dirty="0" err="1">
                <a:latin typeface="Arial"/>
                <a:cs typeface="Arial"/>
              </a:rPr>
              <a:t>puede</a:t>
            </a:r>
            <a:r>
              <a:rPr lang="en-US" dirty="0">
                <a:latin typeface="Arial"/>
                <a:cs typeface="Arial"/>
              </a:rPr>
              <a:t> </a:t>
            </a:r>
            <a:r>
              <a:rPr lang="en-US" dirty="0" err="1">
                <a:latin typeface="Arial"/>
                <a:cs typeface="Arial"/>
              </a:rPr>
              <a:t>ver</a:t>
            </a:r>
            <a:r>
              <a:rPr lang="en-US" dirty="0">
                <a:latin typeface="Arial"/>
                <a:cs typeface="Arial"/>
              </a:rPr>
              <a:t> </a:t>
            </a:r>
            <a:r>
              <a:rPr lang="en-US" dirty="0" err="1">
                <a:latin typeface="Arial"/>
                <a:cs typeface="Arial"/>
              </a:rPr>
              <a:t>que</a:t>
            </a:r>
            <a:r>
              <a:rPr lang="en-US" dirty="0">
                <a:latin typeface="Arial"/>
                <a:cs typeface="Arial"/>
              </a:rPr>
              <a:t> para la </a:t>
            </a:r>
            <a:r>
              <a:rPr lang="en-US" dirty="0" err="1">
                <a:latin typeface="Arial"/>
                <a:cs typeface="Arial"/>
              </a:rPr>
              <a:t>guía</a:t>
            </a:r>
            <a:r>
              <a:rPr lang="en-US" dirty="0">
                <a:latin typeface="Arial"/>
                <a:cs typeface="Arial"/>
              </a:rPr>
              <a:t> Deep </a:t>
            </a:r>
            <a:r>
              <a:rPr lang="en-US" dirty="0" err="1">
                <a:latin typeface="Arial"/>
                <a:cs typeface="Arial"/>
              </a:rPr>
              <a:t>estaría</a:t>
            </a:r>
            <a:r>
              <a:rPr lang="en-US" dirty="0">
                <a:latin typeface="Arial"/>
                <a:cs typeface="Arial"/>
              </a:rPr>
              <a:t> no </a:t>
            </a:r>
            <a:r>
              <a:rPr lang="en-US" dirty="0" err="1">
                <a:latin typeface="Arial"/>
                <a:cs typeface="Arial"/>
              </a:rPr>
              <a:t>acoplada</a:t>
            </a:r>
            <a:r>
              <a:rPr lang="en-US" dirty="0">
                <a:latin typeface="Arial"/>
                <a:cs typeface="Arial"/>
              </a:rPr>
              <a:t> a </a:t>
            </a:r>
            <a:r>
              <a:rPr lang="en-US" dirty="0" err="1">
                <a:latin typeface="Arial"/>
                <a:cs typeface="Arial"/>
              </a:rPr>
              <a:t>partir</a:t>
            </a:r>
            <a:r>
              <a:rPr lang="en-US" dirty="0">
                <a:latin typeface="Arial"/>
                <a:cs typeface="Arial"/>
              </a:rPr>
              <a:t> de un gap mayor a 3.5um. Por </a:t>
            </a:r>
            <a:r>
              <a:rPr lang="en-US" dirty="0" err="1">
                <a:latin typeface="Arial"/>
                <a:cs typeface="Arial"/>
              </a:rPr>
              <a:t>otro</a:t>
            </a:r>
            <a:r>
              <a:rPr lang="en-US" dirty="0">
                <a:latin typeface="Arial"/>
                <a:cs typeface="Arial"/>
              </a:rPr>
              <a:t> </a:t>
            </a:r>
            <a:r>
              <a:rPr lang="en-US" dirty="0" err="1">
                <a:latin typeface="Arial"/>
                <a:cs typeface="Arial"/>
              </a:rPr>
              <a:t>lado</a:t>
            </a:r>
            <a:r>
              <a:rPr lang="en-US" dirty="0">
                <a:latin typeface="Arial"/>
                <a:cs typeface="Arial"/>
              </a:rPr>
              <a:t>, para la </a:t>
            </a:r>
            <a:r>
              <a:rPr lang="en-US" dirty="0" err="1">
                <a:latin typeface="Arial"/>
                <a:cs typeface="Arial"/>
              </a:rPr>
              <a:t>guía</a:t>
            </a:r>
            <a:r>
              <a:rPr lang="en-US" dirty="0">
                <a:latin typeface="Arial"/>
                <a:cs typeface="Arial"/>
              </a:rPr>
              <a:t> Shallow se </a:t>
            </a:r>
            <a:r>
              <a:rPr lang="en-US" dirty="0" err="1">
                <a:latin typeface="Arial"/>
                <a:cs typeface="Arial"/>
              </a:rPr>
              <a:t>consigue</a:t>
            </a:r>
            <a:r>
              <a:rPr lang="en-US" dirty="0">
                <a:latin typeface="Arial"/>
                <a:cs typeface="Arial"/>
              </a:rPr>
              <a:t> no </a:t>
            </a:r>
            <a:r>
              <a:rPr lang="en-US" dirty="0" err="1">
                <a:latin typeface="Arial"/>
                <a:cs typeface="Arial"/>
              </a:rPr>
              <a:t>acoplamiento</a:t>
            </a:r>
            <a:r>
              <a:rPr lang="en-US" dirty="0">
                <a:latin typeface="Arial"/>
                <a:cs typeface="Arial"/>
              </a:rPr>
              <a:t> para un gap mayor a 5um.</a:t>
            </a:r>
            <a:endParaRPr lang="en-US" dirty="0"/>
          </a:p>
        </p:txBody>
      </p:sp>
      <p:sp>
        <p:nvSpPr>
          <p:cNvPr id="4" name="Rectángulo 3">
            <a:extLst>
              <a:ext uri="{FF2B5EF4-FFF2-40B4-BE49-F238E27FC236}">
                <a16:creationId xmlns:a16="http://schemas.microsoft.com/office/drawing/2014/main" id="{FB4B77A0-B37C-3130-FB52-4E560C66946F}"/>
              </a:ext>
            </a:extLst>
          </p:cNvPr>
          <p:cNvSpPr/>
          <p:nvPr/>
        </p:nvSpPr>
        <p:spPr>
          <a:xfrm>
            <a:off x="609441" y="1173708"/>
            <a:ext cx="5486559" cy="3385639"/>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DA7ECAA3-0876-C0FB-D7E5-448FCC5ED226}"/>
              </a:ext>
            </a:extLst>
          </p:cNvPr>
          <p:cNvSpPr/>
          <p:nvPr/>
        </p:nvSpPr>
        <p:spPr>
          <a:xfrm>
            <a:off x="6321424" y="1185081"/>
            <a:ext cx="5486559" cy="3385639"/>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1467207-8D05-D4C6-EBD2-209F796AE977}"/>
                  </a:ext>
                </a:extLst>
              </p:cNvPr>
              <p:cNvSpPr txBox="1"/>
              <p:nvPr/>
            </p:nvSpPr>
            <p:spPr>
              <a:xfrm>
                <a:off x="1079403" y="2480496"/>
                <a:ext cx="4546634" cy="1477328"/>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a:t>
                </a:r>
                <a14:m>
                  <m:oMath xmlns:m="http://schemas.openxmlformats.org/officeDocument/2006/math">
                    <m:r>
                      <a:rPr lang="es-ES" b="0" i="1" smtClean="0">
                        <a:latin typeface="Cambria Math" panose="02040503050406030204" pitchFamily="18" charset="0"/>
                      </a:rPr>
                      <m:t>𝐾</m:t>
                    </m:r>
                  </m:oMath>
                </a14:m>
                <a:r>
                  <a:rPr lang="en-US"/>
                  <a:t> vs gap for 10 mm </a:t>
                </a:r>
                <a:r>
                  <a:rPr lang="en-US" err="1"/>
                  <a:t>wvgs</a:t>
                </a:r>
                <a:r>
                  <a:rPr lang="en-US"/>
                  <a:t> to be uncoupled</a:t>
                </a:r>
              </a:p>
              <a:p>
                <a:pPr algn="ctr"/>
                <a:endParaRPr lang="en-US"/>
              </a:p>
            </p:txBody>
          </p:sp>
        </mc:Choice>
        <mc:Fallback xmlns="">
          <p:sp>
            <p:nvSpPr>
              <p:cNvPr id="9" name="CuadroTexto 8">
                <a:extLst>
                  <a:ext uri="{FF2B5EF4-FFF2-40B4-BE49-F238E27FC236}">
                    <a16:creationId xmlns:a16="http://schemas.microsoft.com/office/drawing/2014/main" id="{C1467207-8D05-D4C6-EBD2-209F796AE977}"/>
                  </a:ext>
                </a:extLst>
              </p:cNvPr>
              <p:cNvSpPr txBox="1">
                <a:spLocks noRot="1" noChangeAspect="1" noMove="1" noResize="1" noEditPoints="1" noAdjustHandles="1" noChangeArrowheads="1" noChangeShapeType="1" noTextEdit="1"/>
              </p:cNvSpPr>
              <p:nvPr/>
            </p:nvSpPr>
            <p:spPr>
              <a:xfrm>
                <a:off x="1079403" y="2480496"/>
                <a:ext cx="4546634" cy="1477328"/>
              </a:xfrm>
              <a:prstGeom prst="rect">
                <a:avLst/>
              </a:prstGeom>
              <a:blipFill>
                <a:blip r:embed="rId4"/>
                <a:stretch>
                  <a:fillRect t="-24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2E39C0C-95E1-ED90-891A-5D634D9DB76B}"/>
                  </a:ext>
                </a:extLst>
              </p:cNvPr>
              <p:cNvSpPr txBox="1"/>
              <p:nvPr/>
            </p:nvSpPr>
            <p:spPr>
              <a:xfrm>
                <a:off x="6883366" y="2480496"/>
                <a:ext cx="4546634" cy="1477328"/>
              </a:xfrm>
              <a:prstGeom prst="rect">
                <a:avLst/>
              </a:prstGeom>
              <a:noFill/>
            </p:spPr>
            <p:txBody>
              <a:bodyPr wrap="square" rtlCol="0">
                <a:spAutoFit/>
              </a:bodyPr>
              <a:lstStyle/>
              <a:p>
                <a:pPr algn="ctr"/>
                <a:r>
                  <a:rPr lang="en-US" b="1"/>
                  <a:t>shallow</a:t>
                </a:r>
                <a:r>
                  <a:rPr lang="en-US"/>
                  <a:t> waveguide</a:t>
                </a:r>
              </a:p>
              <a:p>
                <a:pPr algn="ctr"/>
                <a:r>
                  <a:rPr lang="en-US" err="1"/>
                  <a:t>slab_thickness</a:t>
                </a:r>
                <a:r>
                  <a:rPr lang="en-US"/>
                  <a:t> = 150 nm</a:t>
                </a:r>
              </a:p>
              <a:p>
                <a:pPr algn="ctr"/>
                <a:endParaRPr lang="en-US"/>
              </a:p>
              <a:p>
                <a:pPr algn="ctr"/>
                <a:r>
                  <a:rPr lang="en-US"/>
                  <a:t>Paste </a:t>
                </a:r>
                <a14:m>
                  <m:oMath xmlns:m="http://schemas.openxmlformats.org/officeDocument/2006/math">
                    <m:r>
                      <a:rPr lang="es-ES" i="1">
                        <a:latin typeface="Cambria Math" panose="02040503050406030204" pitchFamily="18" charset="0"/>
                      </a:rPr>
                      <m:t>𝐾</m:t>
                    </m:r>
                  </m:oMath>
                </a14:m>
                <a:r>
                  <a:rPr lang="en-US"/>
                  <a:t> vs gap for 10 mm </a:t>
                </a:r>
                <a:r>
                  <a:rPr lang="en-US" err="1"/>
                  <a:t>wvgs</a:t>
                </a:r>
                <a:r>
                  <a:rPr lang="en-US"/>
                  <a:t> to be uncoupled</a:t>
                </a:r>
              </a:p>
            </p:txBody>
          </p:sp>
        </mc:Choice>
        <mc:Fallback xmlns="">
          <p:sp>
            <p:nvSpPr>
              <p:cNvPr id="10" name="CuadroTexto 9">
                <a:extLst>
                  <a:ext uri="{FF2B5EF4-FFF2-40B4-BE49-F238E27FC236}">
                    <a16:creationId xmlns:a16="http://schemas.microsoft.com/office/drawing/2014/main" id="{32E39C0C-95E1-ED90-891A-5D634D9DB76B}"/>
                  </a:ext>
                </a:extLst>
              </p:cNvPr>
              <p:cNvSpPr txBox="1">
                <a:spLocks noRot="1" noChangeAspect="1" noMove="1" noResize="1" noEditPoints="1" noAdjustHandles="1" noChangeArrowheads="1" noChangeShapeType="1" noTextEdit="1"/>
              </p:cNvSpPr>
              <p:nvPr/>
            </p:nvSpPr>
            <p:spPr>
              <a:xfrm>
                <a:off x="6883366" y="2480496"/>
                <a:ext cx="4546634" cy="1477328"/>
              </a:xfrm>
              <a:prstGeom prst="rect">
                <a:avLst/>
              </a:prstGeom>
              <a:blipFill>
                <a:blip r:embed="rId5"/>
                <a:stretch>
                  <a:fillRect t="-2479" b="-5785"/>
                </a:stretch>
              </a:blipFill>
            </p:spPr>
            <p:txBody>
              <a:bodyPr/>
              <a:lstStyle/>
              <a:p>
                <a:r>
                  <a:rPr lang="en-US">
                    <a:noFill/>
                  </a:rPr>
                  <a:t> </a:t>
                </a:r>
              </a:p>
            </p:txBody>
          </p:sp>
        </mc:Fallback>
      </mc:AlternateContent>
      <p:pic>
        <p:nvPicPr>
          <p:cNvPr id="7" name="Imagen 6">
            <a:extLst>
              <a:ext uri="{FF2B5EF4-FFF2-40B4-BE49-F238E27FC236}">
                <a16:creationId xmlns:a16="http://schemas.microsoft.com/office/drawing/2014/main" id="{9F912081-0A7C-824A-E95F-F55DF6841F31}"/>
              </a:ext>
            </a:extLst>
          </p:cNvPr>
          <p:cNvPicPr>
            <a:picLocks noChangeAspect="1"/>
          </p:cNvPicPr>
          <p:nvPr/>
        </p:nvPicPr>
        <p:blipFill>
          <a:blip r:embed="rId6"/>
          <a:stretch>
            <a:fillRect/>
          </a:stretch>
        </p:blipFill>
        <p:spPr>
          <a:xfrm>
            <a:off x="1079403" y="1250612"/>
            <a:ext cx="4283006" cy="3263243"/>
          </a:xfrm>
          <a:prstGeom prst="rect">
            <a:avLst/>
          </a:prstGeom>
        </p:spPr>
      </p:pic>
      <p:pic>
        <p:nvPicPr>
          <p:cNvPr id="8" name="Imagen 7">
            <a:extLst>
              <a:ext uri="{FF2B5EF4-FFF2-40B4-BE49-F238E27FC236}">
                <a16:creationId xmlns:a16="http://schemas.microsoft.com/office/drawing/2014/main" id="{C8A047D6-92C4-03CE-A43D-B9A0678CDE8D}"/>
              </a:ext>
            </a:extLst>
          </p:cNvPr>
          <p:cNvPicPr>
            <a:picLocks noChangeAspect="1"/>
          </p:cNvPicPr>
          <p:nvPr/>
        </p:nvPicPr>
        <p:blipFill>
          <a:blip r:embed="rId7"/>
          <a:stretch>
            <a:fillRect/>
          </a:stretch>
        </p:blipFill>
        <p:spPr>
          <a:xfrm>
            <a:off x="6763838" y="1250293"/>
            <a:ext cx="4519356" cy="3262973"/>
          </a:xfrm>
          <a:prstGeom prst="rect">
            <a:avLst/>
          </a:prstGeom>
        </p:spPr>
      </p:pic>
    </p:spTree>
    <p:extLst>
      <p:ext uri="{BB962C8B-B14F-4D97-AF65-F5344CB8AC3E}">
        <p14:creationId xmlns:p14="http://schemas.microsoft.com/office/powerpoint/2010/main" val="37123560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D4982-2E99-3EE0-CEBE-CEF54821C335}"/>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A60D29C4-F13C-8947-EF1D-2CBDDD14AC5C}"/>
              </a:ext>
            </a:extLst>
          </p:cNvPr>
          <p:cNvSpPr>
            <a:spLocks noGrp="1"/>
          </p:cNvSpPr>
          <p:nvPr>
            <p:ph type="ftr" sz="quarter" idx="5"/>
          </p:nvPr>
        </p:nvSpPr>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28A4EFD1-1AF6-F17D-1B27-5115800F99B0}"/>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6" name="Título 4">
            <a:extLst>
              <a:ext uri="{FF2B5EF4-FFF2-40B4-BE49-F238E27FC236}">
                <a16:creationId xmlns:a16="http://schemas.microsoft.com/office/drawing/2014/main" id="{8111062F-F9A0-241E-6CCB-6E8BE4D8C60A}"/>
              </a:ext>
            </a:extLst>
          </p:cNvPr>
          <p:cNvSpPr>
            <a:spLocks noGrp="1"/>
          </p:cNvSpPr>
          <p:nvPr>
            <p:ph type="body" idx="1"/>
          </p:nvPr>
        </p:nvSpPr>
        <p:spPr>
          <a:xfrm>
            <a:off x="609600" y="2152650"/>
            <a:ext cx="10972800" cy="430887"/>
          </a:xfrm>
        </p:spPr>
        <p:txBody>
          <a:bodyPr/>
          <a:lstStyle/>
          <a:p>
            <a:pPr algn="ctr"/>
            <a:r>
              <a:rPr lang="en-US" sz="2800" b="1">
                <a:effectLst>
                  <a:outerShdw blurRad="38100" dist="38100" dir="2700000" algn="tl">
                    <a:srgbClr val="000000">
                      <a:alpha val="43137"/>
                    </a:srgbClr>
                  </a:outerShdw>
                </a:effectLst>
              </a:rPr>
              <a:t>Multimode Interferometer (MMI) Coupler</a:t>
            </a:r>
          </a:p>
        </p:txBody>
      </p:sp>
    </p:spTree>
    <p:extLst>
      <p:ext uri="{BB962C8B-B14F-4D97-AF65-F5344CB8AC3E}">
        <p14:creationId xmlns:p14="http://schemas.microsoft.com/office/powerpoint/2010/main" val="38733189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#5 – Multimode Interference (MMI) Coupler cross-section</a:t>
            </a:r>
            <a:endParaRPr lang="en-US" sz="2500" b="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2.0. COUPLERS</a:t>
            </a:r>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D838A93A-BFC8-0124-93CE-FDC193435A0C}"/>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a:t>INSTRUCTOR:</a:t>
                </a:r>
              </a:p>
              <a:p>
                <a:pPr marL="342900" indent="-342900" algn="just">
                  <a:buFont typeface="Arial" panose="020B0604020202020204" pitchFamily="34" charset="0"/>
                  <a:buChar char="•"/>
                </a:pPr>
                <a:r>
                  <a:rPr lang="en-US" sz="2000"/>
                  <a:t>Present Python and </a:t>
                </a:r>
                <a:r>
                  <a:rPr lang="en-US" sz="2000" err="1"/>
                  <a:t>GDSFactory</a:t>
                </a:r>
                <a:r>
                  <a:rPr lang="en-US" sz="2000"/>
                  <a:t> implementation of DC cross-section</a:t>
                </a:r>
              </a:p>
              <a:p>
                <a:pPr marL="342900" indent="-342900" algn="just">
                  <a:buFont typeface="Arial" panose="020B0604020202020204" pitchFamily="34" charset="0"/>
                  <a:buChar char="•"/>
                </a:pPr>
                <a:r>
                  <a:rPr lang="en-US" sz="2000"/>
                  <a:t>Describe how to obtain the length </a:t>
                </a:r>
                <a14:m>
                  <m:oMath xmlns:m="http://schemas.openxmlformats.org/officeDocument/2006/math">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𝜋</m:t>
                        </m:r>
                      </m:sub>
                    </m:sSub>
                  </m:oMath>
                </a14:m>
                <a:endParaRPr lang="en-US" sz="2000"/>
              </a:p>
              <a:p>
                <a:pPr marL="342900" indent="-342900" algn="just">
                  <a:buFont typeface="Arial" panose="020B0604020202020204" pitchFamily="34" charset="0"/>
                  <a:buChar char="•"/>
                </a:pPr>
                <a:r>
                  <a:rPr lang="en-US" sz="2000"/>
                  <a:t>Describe the outputs.</a:t>
                </a:r>
              </a:p>
              <a:p>
                <a:pPr marL="0" indent="0" algn="just">
                  <a:buNone/>
                </a:pPr>
                <a:r>
                  <a:rPr lang="en-US" sz="2000" b="1"/>
                  <a:t>ALL EXAMPLE #2: </a:t>
                </a:r>
                <a:r>
                  <a:rPr lang="en-US" sz="2000"/>
                  <a:t>waveguide width 12 µm, gap between waveguides 0.6 µm, deep </a:t>
                </a:r>
                <a:r>
                  <a:rPr lang="en-US" sz="2000" err="1"/>
                  <a:t>wvg</a:t>
                </a:r>
                <a:r>
                  <a:rPr lang="en-US" sz="2000"/>
                  <a:t>, wavelength start and end same 1.55 µm </a:t>
                </a:r>
                <a:r>
                  <a:rPr lang="en-US" sz="2000">
                    <a:sym typeface="Wingdings" pitchFamily="2" charset="2"/>
                  </a:rPr>
                  <a:t> all ”Run”</a:t>
                </a:r>
                <a:endParaRPr lang="en-US" sz="2000"/>
              </a:p>
              <a:p>
                <a:pPr marL="0" indent="0" algn="just">
                  <a:buNone/>
                </a:pPr>
                <a:r>
                  <a:rPr lang="en-US" sz="2000" b="1"/>
                  <a:t>ALL: </a:t>
                </a:r>
                <a:r>
                  <a:rPr lang="en-US" sz="2000"/>
                  <a:t>Follow</a:t>
                </a:r>
                <a:r>
                  <a:rPr lang="en-US" sz="2000" b="1"/>
                  <a:t> </a:t>
                </a:r>
                <a:r>
                  <a:rPr lang="en-US" sz="2000"/>
                  <a:t>instructor, that will show how to 1) plot mode, 2) explore the results (neff …)</a:t>
                </a:r>
              </a:p>
              <a:p>
                <a:pPr algn="just"/>
                <a:endParaRPr lang="en-US" sz="2000" b="1" i="1" u="sng"/>
              </a:p>
              <a:p>
                <a:pPr algn="just"/>
                <a:endParaRPr lang="en-US" sz="2000" kern="0">
                  <a:solidFill>
                    <a:sysClr val="windowText" lastClr="000000"/>
                  </a:solidFill>
                </a:endParaRPr>
              </a:p>
            </p:txBody>
          </p:sp>
        </mc:Choice>
        <mc:Fallback xmlns="">
          <p:sp>
            <p:nvSpPr>
              <p:cNvPr id="4" name="Marcador de texto 2">
                <a:extLst>
                  <a:ext uri="{FF2B5EF4-FFF2-40B4-BE49-F238E27FC236}">
                    <a16:creationId xmlns:a16="http://schemas.microsoft.com/office/drawing/2014/main" id="{D838A93A-BFC8-0124-93CE-FDC193435A0C}"/>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4"/>
                <a:stretch>
                  <a:fillRect l="-607" t="-738" r="-552"/>
                </a:stretch>
              </a:blipFill>
            </p:spPr>
            <p:txBody>
              <a:bodyPr/>
              <a:lstStyle/>
              <a:p>
                <a:r>
                  <a:rPr lang="en-US">
                    <a:noFill/>
                  </a:rPr>
                  <a:t> </a:t>
                </a:r>
              </a:p>
            </p:txBody>
          </p:sp>
        </mc:Fallback>
      </mc:AlternateContent>
      <p:sp>
        <p:nvSpPr>
          <p:cNvPr id="2" name="CuadroTexto 1">
            <a:extLst>
              <a:ext uri="{FF2B5EF4-FFF2-40B4-BE49-F238E27FC236}">
                <a16:creationId xmlns:a16="http://schemas.microsoft.com/office/drawing/2014/main" id="{FDE3A197-9508-F9F1-1FEB-FF883D78C151}"/>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Document all your results (</a:t>
            </a:r>
            <a:r>
              <a:rPr lang="en-US" sz="1200" err="1">
                <a:latin typeface="Arial" panose="020B0604020202020204" pitchFamily="34" charset="0"/>
                <a:cs typeface="Arial" panose="020B0604020202020204" pitchFamily="34" charset="0"/>
              </a:rPr>
              <a:t>neff</a:t>
            </a:r>
            <a:r>
              <a:rPr lang="en-US" sz="1200">
                <a:latin typeface="Arial" panose="020B0604020202020204" pitchFamily="34" charset="0"/>
                <a:cs typeface="Arial" panose="020B0604020202020204" pitchFamily="34" charset="0"/>
              </a:rPr>
              <a:t>, plot fields of different modes, comparison between different polarizations…)</a:t>
            </a: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024515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57106988-23EA-AD6A-18D0-9F73380E1016}"/>
              </a:ext>
            </a:extLst>
          </p:cNvPr>
          <p:cNvSpPr>
            <a:spLocks noGrp="1"/>
          </p:cNvSpPr>
          <p:nvPr>
            <p:ph type="ftr" sz="quarter" idx="5"/>
          </p:nvPr>
        </p:nvSpPr>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0701F574-CFEC-D900-E1DE-B6AB12E57CD6}"/>
              </a:ext>
            </a:extLst>
          </p:cNvPr>
          <p:cNvSpPr>
            <a:spLocks noGrp="1"/>
          </p:cNvSpPr>
          <p:nvPr>
            <p:ph type="sldNum" sz="quarter" idx="7"/>
          </p:nvPr>
        </p:nvSpPr>
        <p:spPr/>
        <p:txBody>
          <a:bodyPr/>
          <a:lstStyle/>
          <a:p>
            <a:fld id="{B6F15528-21DE-4FAA-801E-634DDDAF4B2B}" type="slidenum">
              <a:rPr lang="es-ES"/>
              <a:t>18</a:t>
            </a:fld>
            <a:endParaRPr lang="es-ES"/>
          </a:p>
        </p:txBody>
      </p:sp>
      <p:sp>
        <p:nvSpPr>
          <p:cNvPr id="7" name="object 16">
            <a:extLst>
              <a:ext uri="{FF2B5EF4-FFF2-40B4-BE49-F238E27FC236}">
                <a16:creationId xmlns:a16="http://schemas.microsoft.com/office/drawing/2014/main" id="{63B79922-4C25-0382-58A0-71696EF9977B}"/>
              </a:ext>
            </a:extLst>
          </p:cNvPr>
          <p:cNvSpPr txBox="1">
            <a:spLocks noGrp="1"/>
          </p:cNvSpPr>
          <p:nvPr>
            <p:ph type="title"/>
          </p:nvPr>
        </p:nvSpPr>
        <p:spPr>
          <a:xfrm>
            <a:off x="612732" y="335815"/>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#5 – Multimode Interference (MMI) Coupler cross-section</a:t>
            </a:r>
            <a:endParaRPr lang="en-US" sz="2500" b="0">
              <a:latin typeface="+mj-lt"/>
              <a:cs typeface="Lucida Sans"/>
            </a:endParaRPr>
          </a:p>
        </p:txBody>
      </p:sp>
      <p:pic>
        <p:nvPicPr>
          <p:cNvPr id="9" name="Imagen 8" descr="Interfaz de usuario gráfica, Word&#10;&#10;El contenido generado por IA puede ser incorrecto.">
            <a:extLst>
              <a:ext uri="{FF2B5EF4-FFF2-40B4-BE49-F238E27FC236}">
                <a16:creationId xmlns:a16="http://schemas.microsoft.com/office/drawing/2014/main" id="{F02FD6D7-29DF-AFC6-D07B-D9E78144ACD3}"/>
              </a:ext>
            </a:extLst>
          </p:cNvPr>
          <p:cNvPicPr>
            <a:picLocks noChangeAspect="1"/>
          </p:cNvPicPr>
          <p:nvPr/>
        </p:nvPicPr>
        <p:blipFill>
          <a:blip r:embed="rId2"/>
          <a:stretch>
            <a:fillRect/>
          </a:stretch>
        </p:blipFill>
        <p:spPr>
          <a:xfrm>
            <a:off x="257898" y="1204858"/>
            <a:ext cx="3729755" cy="2671829"/>
          </a:xfrm>
          <a:prstGeom prst="rect">
            <a:avLst/>
          </a:prstGeom>
        </p:spPr>
      </p:pic>
      <p:sp>
        <p:nvSpPr>
          <p:cNvPr id="11" name="Rectángulo 10">
            <a:extLst>
              <a:ext uri="{FF2B5EF4-FFF2-40B4-BE49-F238E27FC236}">
                <a16:creationId xmlns:a16="http://schemas.microsoft.com/office/drawing/2014/main" id="{2EE6D594-A2E9-46A5-D45D-3171264C1A78}"/>
              </a:ext>
            </a:extLst>
          </p:cNvPr>
          <p:cNvSpPr/>
          <p:nvPr/>
        </p:nvSpPr>
        <p:spPr>
          <a:xfrm>
            <a:off x="244097" y="1200058"/>
            <a:ext cx="3736549" cy="2648411"/>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Imagen 2">
            <a:extLst>
              <a:ext uri="{FF2B5EF4-FFF2-40B4-BE49-F238E27FC236}">
                <a16:creationId xmlns:a16="http://schemas.microsoft.com/office/drawing/2014/main" id="{7621DF48-FAE0-DD2D-789F-132B14182B68}"/>
              </a:ext>
            </a:extLst>
          </p:cNvPr>
          <p:cNvPicPr>
            <a:picLocks noChangeAspect="1"/>
          </p:cNvPicPr>
          <p:nvPr/>
        </p:nvPicPr>
        <p:blipFill>
          <a:blip r:embed="rId3"/>
          <a:stretch>
            <a:fillRect/>
          </a:stretch>
        </p:blipFill>
        <p:spPr>
          <a:xfrm>
            <a:off x="4237971" y="1267839"/>
            <a:ext cx="3667515" cy="2588319"/>
          </a:xfrm>
          <a:prstGeom prst="rect">
            <a:avLst/>
          </a:prstGeom>
        </p:spPr>
      </p:pic>
      <p:sp>
        <p:nvSpPr>
          <p:cNvPr id="8" name="Rectángulo 7">
            <a:extLst>
              <a:ext uri="{FF2B5EF4-FFF2-40B4-BE49-F238E27FC236}">
                <a16:creationId xmlns:a16="http://schemas.microsoft.com/office/drawing/2014/main" id="{32B368C1-DCA2-C092-447A-FE10763F514F}"/>
              </a:ext>
            </a:extLst>
          </p:cNvPr>
          <p:cNvSpPr/>
          <p:nvPr/>
        </p:nvSpPr>
        <p:spPr>
          <a:xfrm>
            <a:off x="4106291" y="1189621"/>
            <a:ext cx="3799177" cy="265884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Imagen 11" descr="Interfaz de usuario gráfica, Aplicación&#10;&#10;El contenido generado por IA puede ser incorrecto.">
            <a:extLst>
              <a:ext uri="{FF2B5EF4-FFF2-40B4-BE49-F238E27FC236}">
                <a16:creationId xmlns:a16="http://schemas.microsoft.com/office/drawing/2014/main" id="{86E9B137-A669-8CEC-29D0-6EB50BA9C254}"/>
              </a:ext>
            </a:extLst>
          </p:cNvPr>
          <p:cNvPicPr>
            <a:picLocks noChangeAspect="1"/>
          </p:cNvPicPr>
          <p:nvPr/>
        </p:nvPicPr>
        <p:blipFill>
          <a:blip r:embed="rId4"/>
          <a:stretch>
            <a:fillRect/>
          </a:stretch>
        </p:blipFill>
        <p:spPr>
          <a:xfrm>
            <a:off x="8040926" y="1231921"/>
            <a:ext cx="3928476" cy="2619637"/>
          </a:xfrm>
          <a:prstGeom prst="rect">
            <a:avLst/>
          </a:prstGeom>
        </p:spPr>
      </p:pic>
      <p:sp>
        <p:nvSpPr>
          <p:cNvPr id="14" name="Rectángulo 13">
            <a:extLst>
              <a:ext uri="{FF2B5EF4-FFF2-40B4-BE49-F238E27FC236}">
                <a16:creationId xmlns:a16="http://schemas.microsoft.com/office/drawing/2014/main" id="{FC9BA9CE-CED4-B61E-216F-E380623F7AE2}"/>
              </a:ext>
            </a:extLst>
          </p:cNvPr>
          <p:cNvSpPr/>
          <p:nvPr/>
        </p:nvSpPr>
        <p:spPr>
          <a:xfrm>
            <a:off x="8041548" y="1189622"/>
            <a:ext cx="3924439" cy="265884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uadroTexto 1">
            <a:extLst>
              <a:ext uri="{FF2B5EF4-FFF2-40B4-BE49-F238E27FC236}">
                <a16:creationId xmlns:a16="http://schemas.microsoft.com/office/drawing/2014/main" id="{7C5B1F3B-4E45-F411-7E96-994364BB011A}"/>
              </a:ext>
            </a:extLst>
          </p:cNvPr>
          <p:cNvSpPr txBox="1"/>
          <p:nvPr/>
        </p:nvSpPr>
        <p:spPr>
          <a:xfrm>
            <a:off x="1267216" y="3969777"/>
            <a:ext cx="1473200" cy="369332"/>
          </a:xfrm>
          <a:prstGeom prst="rect">
            <a:avLst/>
          </a:prstGeom>
          <a:noFill/>
        </p:spPr>
        <p:txBody>
          <a:bodyPr wrap="square" rtlCol="0">
            <a:spAutoFit/>
          </a:bodyPr>
          <a:lstStyle/>
          <a:p>
            <a:r>
              <a:rPr lang="es-ES"/>
              <a:t>Neff = 1.6787</a:t>
            </a:r>
          </a:p>
        </p:txBody>
      </p:sp>
      <p:sp>
        <p:nvSpPr>
          <p:cNvPr id="6" name="CuadroTexto 5">
            <a:extLst>
              <a:ext uri="{FF2B5EF4-FFF2-40B4-BE49-F238E27FC236}">
                <a16:creationId xmlns:a16="http://schemas.microsoft.com/office/drawing/2014/main" id="{FA532113-0DEE-BEBA-0ECA-6C883CD845D9}"/>
              </a:ext>
            </a:extLst>
          </p:cNvPr>
          <p:cNvSpPr txBox="1"/>
          <p:nvPr/>
        </p:nvSpPr>
        <p:spPr>
          <a:xfrm>
            <a:off x="5138733" y="3959338"/>
            <a:ext cx="1488649" cy="369332"/>
          </a:xfrm>
          <a:prstGeom prst="rect">
            <a:avLst/>
          </a:prstGeom>
          <a:noFill/>
        </p:spPr>
        <p:txBody>
          <a:bodyPr wrap="square" rtlCol="0">
            <a:spAutoFit/>
          </a:bodyPr>
          <a:lstStyle/>
          <a:p>
            <a:r>
              <a:rPr lang="es-ES"/>
              <a:t>Neff = 1.6751</a:t>
            </a:r>
          </a:p>
        </p:txBody>
      </p:sp>
      <p:sp>
        <p:nvSpPr>
          <p:cNvPr id="10" name="CuadroTexto 9">
            <a:extLst>
              <a:ext uri="{FF2B5EF4-FFF2-40B4-BE49-F238E27FC236}">
                <a16:creationId xmlns:a16="http://schemas.microsoft.com/office/drawing/2014/main" id="{1CC41EB5-514B-8F42-9A0C-75A5A1EEF99A}"/>
              </a:ext>
            </a:extLst>
          </p:cNvPr>
          <p:cNvSpPr txBox="1"/>
          <p:nvPr/>
        </p:nvSpPr>
        <p:spPr>
          <a:xfrm>
            <a:off x="9099671" y="3968825"/>
            <a:ext cx="1488649" cy="369332"/>
          </a:xfrm>
          <a:prstGeom prst="rect">
            <a:avLst/>
          </a:prstGeom>
          <a:noFill/>
        </p:spPr>
        <p:txBody>
          <a:bodyPr wrap="square" rtlCol="0">
            <a:spAutoFit/>
          </a:bodyPr>
          <a:lstStyle/>
          <a:p>
            <a:r>
              <a:rPr lang="es-ES"/>
              <a:t>Neff = 1.6034</a:t>
            </a:r>
          </a:p>
        </p:txBody>
      </p:sp>
      <p:sp>
        <p:nvSpPr>
          <p:cNvPr id="16" name="CuadroTexto 15">
            <a:extLst>
              <a:ext uri="{FF2B5EF4-FFF2-40B4-BE49-F238E27FC236}">
                <a16:creationId xmlns:a16="http://schemas.microsoft.com/office/drawing/2014/main" id="{8D7216DB-1AFB-BF90-74A7-117DAA444647}"/>
              </a:ext>
            </a:extLst>
          </p:cNvPr>
          <p:cNvSpPr txBox="1"/>
          <p:nvPr/>
        </p:nvSpPr>
        <p:spPr>
          <a:xfrm>
            <a:off x="254538" y="4557623"/>
            <a:ext cx="11680134" cy="1323439"/>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n-US" sz="2000">
                <a:ea typeface="+mn-lt"/>
                <a:cs typeface="+mn-lt"/>
              </a:rPr>
              <a:t>Las </a:t>
            </a:r>
            <a:r>
              <a:rPr lang="en-US" sz="2000" err="1">
                <a:ea typeface="+mn-lt"/>
                <a:cs typeface="+mn-lt"/>
              </a:rPr>
              <a:t>figuras</a:t>
            </a:r>
            <a:r>
              <a:rPr lang="en-US" sz="2000">
                <a:ea typeface="+mn-lt"/>
                <a:cs typeface="+mn-lt"/>
              </a:rPr>
              <a:t> </a:t>
            </a:r>
            <a:r>
              <a:rPr lang="en-US" sz="2000" err="1">
                <a:ea typeface="+mn-lt"/>
                <a:cs typeface="+mn-lt"/>
              </a:rPr>
              <a:t>muestran</a:t>
            </a:r>
            <a:r>
              <a:rPr lang="en-US" sz="2000">
                <a:ea typeface="+mn-lt"/>
                <a:cs typeface="+mn-lt"/>
              </a:rPr>
              <a:t> las </a:t>
            </a:r>
            <a:r>
              <a:rPr lang="en-US" sz="2000" err="1">
                <a:ea typeface="+mn-lt"/>
                <a:cs typeface="+mn-lt"/>
              </a:rPr>
              <a:t>distribuciones</a:t>
            </a:r>
            <a:r>
              <a:rPr lang="en-US" sz="2000">
                <a:ea typeface="+mn-lt"/>
                <a:cs typeface="+mn-lt"/>
              </a:rPr>
              <a:t> del campo </a:t>
            </a:r>
            <a:r>
              <a:rPr lang="en-US" sz="2000" err="1">
                <a:ea typeface="+mn-lt"/>
                <a:cs typeface="+mn-lt"/>
              </a:rPr>
              <a:t>eléctrico</a:t>
            </a:r>
            <a:r>
              <a:rPr lang="en-US" sz="2000">
                <a:ea typeface="+mn-lt"/>
                <a:cs typeface="+mn-lt"/>
              </a:rPr>
              <a:t> de </a:t>
            </a:r>
            <a:r>
              <a:rPr lang="en-US" sz="2000" err="1">
                <a:ea typeface="+mn-lt"/>
                <a:cs typeface="+mn-lt"/>
              </a:rPr>
              <a:t>varios</a:t>
            </a:r>
            <a:r>
              <a:rPr lang="en-US" sz="2000">
                <a:ea typeface="+mn-lt"/>
                <a:cs typeface="+mn-lt"/>
              </a:rPr>
              <a:t> </a:t>
            </a:r>
            <a:r>
              <a:rPr lang="en-US" sz="2000" err="1">
                <a:ea typeface="+mn-lt"/>
                <a:cs typeface="+mn-lt"/>
              </a:rPr>
              <a:t>modos</a:t>
            </a:r>
            <a:r>
              <a:rPr lang="en-US" sz="2000">
                <a:ea typeface="+mn-lt"/>
                <a:cs typeface="+mn-lt"/>
              </a:rPr>
              <a:t> </a:t>
            </a:r>
            <a:r>
              <a:rPr lang="en-US" sz="2000" err="1">
                <a:ea typeface="+mn-lt"/>
                <a:cs typeface="+mn-lt"/>
              </a:rPr>
              <a:t>guiados</a:t>
            </a:r>
            <a:r>
              <a:rPr lang="en-US" sz="2000">
                <a:ea typeface="+mn-lt"/>
                <a:cs typeface="+mn-lt"/>
              </a:rPr>
              <a:t> </a:t>
            </a:r>
            <a:r>
              <a:rPr lang="en-US" sz="2000" err="1">
                <a:ea typeface="+mn-lt"/>
                <a:cs typeface="+mn-lt"/>
              </a:rPr>
              <a:t>en</a:t>
            </a:r>
            <a:r>
              <a:rPr lang="en-US" sz="2000">
                <a:ea typeface="+mn-lt"/>
                <a:cs typeface="+mn-lt"/>
              </a:rPr>
              <a:t> la </a:t>
            </a:r>
            <a:r>
              <a:rPr lang="en-US" sz="2000" err="1">
                <a:ea typeface="+mn-lt"/>
                <a:cs typeface="+mn-lt"/>
              </a:rPr>
              <a:t>sección</a:t>
            </a:r>
            <a:r>
              <a:rPr lang="en-US" sz="2000">
                <a:ea typeface="+mn-lt"/>
                <a:cs typeface="+mn-lt"/>
              </a:rPr>
              <a:t> transversal del </a:t>
            </a:r>
            <a:r>
              <a:rPr lang="en-US" sz="2000" err="1">
                <a:ea typeface="+mn-lt"/>
                <a:cs typeface="+mn-lt"/>
              </a:rPr>
              <a:t>acoplador</a:t>
            </a:r>
            <a:r>
              <a:rPr lang="en-US" sz="2000">
                <a:ea typeface="+mn-lt"/>
                <a:cs typeface="+mn-lt"/>
              </a:rPr>
              <a:t> MMI. El modo fundamental </a:t>
            </a:r>
            <a:r>
              <a:rPr lang="en-US" sz="2000" err="1">
                <a:ea typeface="+mn-lt"/>
                <a:cs typeface="+mn-lt"/>
              </a:rPr>
              <a:t>presenta</a:t>
            </a:r>
            <a:r>
              <a:rPr lang="en-US" sz="2000">
                <a:ea typeface="+mn-lt"/>
                <a:cs typeface="+mn-lt"/>
              </a:rPr>
              <a:t> </a:t>
            </a:r>
            <a:r>
              <a:rPr lang="en-US" sz="2000" err="1">
                <a:ea typeface="+mn-lt"/>
                <a:cs typeface="+mn-lt"/>
              </a:rPr>
              <a:t>una</a:t>
            </a:r>
            <a:r>
              <a:rPr lang="en-US" sz="2000">
                <a:ea typeface="+mn-lt"/>
                <a:cs typeface="+mn-lt"/>
              </a:rPr>
              <a:t> </a:t>
            </a:r>
            <a:r>
              <a:rPr lang="en-US" sz="2000" err="1">
                <a:ea typeface="+mn-lt"/>
                <a:cs typeface="+mn-lt"/>
              </a:rPr>
              <a:t>distribución</a:t>
            </a:r>
            <a:r>
              <a:rPr lang="en-US" sz="2000">
                <a:ea typeface="+mn-lt"/>
                <a:cs typeface="+mn-lt"/>
              </a:rPr>
              <a:t> </a:t>
            </a:r>
            <a:r>
              <a:rPr lang="en-US" sz="2000" err="1">
                <a:ea typeface="+mn-lt"/>
                <a:cs typeface="+mn-lt"/>
              </a:rPr>
              <a:t>simétrica</a:t>
            </a:r>
            <a:r>
              <a:rPr lang="en-US" sz="2000">
                <a:ea typeface="+mn-lt"/>
                <a:cs typeface="+mn-lt"/>
              </a:rPr>
              <a:t> y </a:t>
            </a:r>
            <a:r>
              <a:rPr lang="en-US" sz="2000" err="1">
                <a:ea typeface="+mn-lt"/>
                <a:cs typeface="+mn-lt"/>
              </a:rPr>
              <a:t>confinada</a:t>
            </a:r>
            <a:r>
              <a:rPr lang="en-US" sz="2000">
                <a:ea typeface="+mn-lt"/>
                <a:cs typeface="+mn-lt"/>
              </a:rPr>
              <a:t>, con un </a:t>
            </a:r>
            <a:r>
              <a:rPr lang="en-US" sz="2000" err="1">
                <a:ea typeface="+mn-lt"/>
                <a:cs typeface="+mn-lt"/>
              </a:rPr>
              <a:t>índice</a:t>
            </a:r>
            <a:r>
              <a:rPr lang="en-US" sz="2000">
                <a:ea typeface="+mn-lt"/>
                <a:cs typeface="+mn-lt"/>
              </a:rPr>
              <a:t> </a:t>
            </a:r>
            <a:r>
              <a:rPr lang="en-US" sz="2000" err="1">
                <a:ea typeface="+mn-lt"/>
                <a:cs typeface="+mn-lt"/>
              </a:rPr>
              <a:t>efectivo</a:t>
            </a:r>
            <a:r>
              <a:rPr lang="en-US" sz="2000">
                <a:ea typeface="+mn-lt"/>
                <a:cs typeface="+mn-lt"/>
              </a:rPr>
              <a:t> mayor. Los </a:t>
            </a:r>
            <a:r>
              <a:rPr lang="en-US" sz="2000" err="1">
                <a:ea typeface="+mn-lt"/>
                <a:cs typeface="+mn-lt"/>
              </a:rPr>
              <a:t>modos</a:t>
            </a:r>
            <a:r>
              <a:rPr lang="en-US" sz="2000">
                <a:ea typeface="+mn-lt"/>
                <a:cs typeface="+mn-lt"/>
              </a:rPr>
              <a:t> de </a:t>
            </a:r>
            <a:r>
              <a:rPr lang="en-US" sz="2000" err="1">
                <a:ea typeface="+mn-lt"/>
                <a:cs typeface="+mn-lt"/>
              </a:rPr>
              <a:t>orden</a:t>
            </a:r>
            <a:r>
              <a:rPr lang="en-US" sz="2000">
                <a:ea typeface="+mn-lt"/>
                <a:cs typeface="+mn-lt"/>
              </a:rPr>
              <a:t> superior </a:t>
            </a:r>
            <a:r>
              <a:rPr lang="en-US" sz="2000" err="1">
                <a:ea typeface="+mn-lt"/>
                <a:cs typeface="+mn-lt"/>
              </a:rPr>
              <a:t>muestran</a:t>
            </a:r>
            <a:r>
              <a:rPr lang="en-US" sz="2000">
                <a:ea typeface="+mn-lt"/>
                <a:cs typeface="+mn-lt"/>
              </a:rPr>
              <a:t> </a:t>
            </a:r>
            <a:r>
              <a:rPr lang="en-US" sz="2000" err="1">
                <a:ea typeface="+mn-lt"/>
                <a:cs typeface="+mn-lt"/>
              </a:rPr>
              <a:t>nodos</a:t>
            </a:r>
            <a:r>
              <a:rPr lang="en-US" sz="2000">
                <a:ea typeface="+mn-lt"/>
                <a:cs typeface="+mn-lt"/>
              </a:rPr>
              <a:t> </a:t>
            </a:r>
            <a:r>
              <a:rPr lang="en-US" sz="2000" err="1">
                <a:ea typeface="+mn-lt"/>
                <a:cs typeface="+mn-lt"/>
              </a:rPr>
              <a:t>en</a:t>
            </a:r>
            <a:r>
              <a:rPr lang="en-US" sz="2000">
                <a:ea typeface="+mn-lt"/>
                <a:cs typeface="+mn-lt"/>
              </a:rPr>
              <a:t> la </a:t>
            </a:r>
            <a:r>
              <a:rPr lang="en-US" sz="2000" err="1">
                <a:ea typeface="+mn-lt"/>
                <a:cs typeface="+mn-lt"/>
              </a:rPr>
              <a:t>distribución</a:t>
            </a:r>
            <a:r>
              <a:rPr lang="en-US" sz="2000">
                <a:ea typeface="+mn-lt"/>
                <a:cs typeface="+mn-lt"/>
              </a:rPr>
              <a:t> del campo y </a:t>
            </a:r>
            <a:r>
              <a:rPr lang="en-US" sz="2000" err="1">
                <a:ea typeface="+mn-lt"/>
                <a:cs typeface="+mn-lt"/>
              </a:rPr>
              <a:t>una</a:t>
            </a:r>
            <a:r>
              <a:rPr lang="en-US" sz="2000">
                <a:ea typeface="+mn-lt"/>
                <a:cs typeface="+mn-lt"/>
              </a:rPr>
              <a:t> mayor </a:t>
            </a:r>
            <a:r>
              <a:rPr lang="en-US" sz="2000" err="1">
                <a:ea typeface="+mn-lt"/>
                <a:cs typeface="+mn-lt"/>
              </a:rPr>
              <a:t>extensión</a:t>
            </a:r>
            <a:r>
              <a:rPr lang="en-US" sz="2000">
                <a:ea typeface="+mn-lt"/>
                <a:cs typeface="+mn-lt"/>
              </a:rPr>
              <a:t> lateral, lo </a:t>
            </a:r>
            <a:r>
              <a:rPr lang="en-US" sz="2000" err="1">
                <a:ea typeface="+mn-lt"/>
                <a:cs typeface="+mn-lt"/>
              </a:rPr>
              <a:t>que</a:t>
            </a:r>
            <a:r>
              <a:rPr lang="en-US" sz="2000">
                <a:ea typeface="+mn-lt"/>
                <a:cs typeface="+mn-lt"/>
              </a:rPr>
              <a:t> indica un </a:t>
            </a:r>
            <a:r>
              <a:rPr lang="en-US" sz="2000" err="1">
                <a:ea typeface="+mn-lt"/>
                <a:cs typeface="+mn-lt"/>
              </a:rPr>
              <a:t>menor</a:t>
            </a:r>
            <a:r>
              <a:rPr lang="en-US" sz="2000">
                <a:ea typeface="+mn-lt"/>
                <a:cs typeface="+mn-lt"/>
              </a:rPr>
              <a:t> </a:t>
            </a:r>
            <a:r>
              <a:rPr lang="en-US" sz="2000" err="1">
                <a:ea typeface="+mn-lt"/>
                <a:cs typeface="+mn-lt"/>
              </a:rPr>
              <a:t>confinamiento</a:t>
            </a:r>
            <a:r>
              <a:rPr lang="en-US" sz="2000">
                <a:ea typeface="+mn-lt"/>
                <a:cs typeface="+mn-lt"/>
              </a:rPr>
              <a:t> y </a:t>
            </a:r>
            <a:r>
              <a:rPr lang="en-US" sz="2000" err="1">
                <a:ea typeface="+mn-lt"/>
                <a:cs typeface="+mn-lt"/>
              </a:rPr>
              <a:t>una</a:t>
            </a:r>
            <a:r>
              <a:rPr lang="en-US" sz="2000">
                <a:ea typeface="+mn-lt"/>
                <a:cs typeface="+mn-lt"/>
              </a:rPr>
              <a:t> mayor </a:t>
            </a:r>
            <a:r>
              <a:rPr lang="en-US" sz="2000" err="1">
                <a:ea typeface="+mn-lt"/>
                <a:cs typeface="+mn-lt"/>
              </a:rPr>
              <a:t>interacción</a:t>
            </a:r>
            <a:r>
              <a:rPr lang="en-US" sz="2000">
                <a:ea typeface="+mn-lt"/>
                <a:cs typeface="+mn-lt"/>
              </a:rPr>
              <a:t> con </a:t>
            </a:r>
            <a:r>
              <a:rPr lang="en-US" sz="2000" err="1">
                <a:ea typeface="+mn-lt"/>
                <a:cs typeface="+mn-lt"/>
              </a:rPr>
              <a:t>el</a:t>
            </a:r>
            <a:r>
              <a:rPr lang="en-US" sz="2000">
                <a:ea typeface="+mn-lt"/>
                <a:cs typeface="+mn-lt"/>
              </a:rPr>
              <a:t> cladding.</a:t>
            </a:r>
            <a:endParaRPr lang="es-ES" sz="2000"/>
          </a:p>
        </p:txBody>
      </p:sp>
      <p:sp>
        <p:nvSpPr>
          <p:cNvPr id="18" name="Rectángulo 17">
            <a:extLst>
              <a:ext uri="{FF2B5EF4-FFF2-40B4-BE49-F238E27FC236}">
                <a16:creationId xmlns:a16="http://schemas.microsoft.com/office/drawing/2014/main" id="{F1E5632E-BC9C-DE64-10DA-2C1A05D873E4}"/>
              </a:ext>
            </a:extLst>
          </p:cNvPr>
          <p:cNvSpPr/>
          <p:nvPr/>
        </p:nvSpPr>
        <p:spPr>
          <a:xfrm>
            <a:off x="1267054" y="3966223"/>
            <a:ext cx="1481865" cy="38328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ángulo 18">
            <a:extLst>
              <a:ext uri="{FF2B5EF4-FFF2-40B4-BE49-F238E27FC236}">
                <a16:creationId xmlns:a16="http://schemas.microsoft.com/office/drawing/2014/main" id="{553C1725-95C8-093E-DEA5-FC073C15269B}"/>
              </a:ext>
            </a:extLst>
          </p:cNvPr>
          <p:cNvSpPr/>
          <p:nvPr/>
        </p:nvSpPr>
        <p:spPr>
          <a:xfrm>
            <a:off x="5139683" y="3955783"/>
            <a:ext cx="1481865" cy="38328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ángulo 19">
            <a:extLst>
              <a:ext uri="{FF2B5EF4-FFF2-40B4-BE49-F238E27FC236}">
                <a16:creationId xmlns:a16="http://schemas.microsoft.com/office/drawing/2014/main" id="{6E72BB76-30B4-6C23-6997-B80305F56FEC}"/>
              </a:ext>
            </a:extLst>
          </p:cNvPr>
          <p:cNvSpPr/>
          <p:nvPr/>
        </p:nvSpPr>
        <p:spPr>
          <a:xfrm>
            <a:off x="9095820" y="3976660"/>
            <a:ext cx="1481865" cy="38328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024297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F7C0E-2677-BADF-D636-6F9B71E665F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B8D44BF-A3B5-6BED-C39C-FA8260E83536}"/>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#6 – 6.1 2x2 Multimode Interference Coupler </a:t>
            </a:r>
            <a:br>
              <a:rPr lang="en-US" sz="2500"/>
            </a:br>
            <a:r>
              <a:rPr lang="en-US" b="0"/>
              <a:t>Wavelength 1.55 µm, </a:t>
            </a:r>
            <a:r>
              <a:rPr lang="en-US" b="0" err="1"/>
              <a:t>wMMI</a:t>
            </a:r>
            <a:r>
              <a:rPr lang="en-US" b="0"/>
              <a:t> = 6.6 µm</a:t>
            </a:r>
            <a:endParaRPr lang="en-US" sz="2500" b="0">
              <a:latin typeface="+mj-lt"/>
              <a:cs typeface="Lucida Sans"/>
            </a:endParaRPr>
          </a:p>
        </p:txBody>
      </p:sp>
      <p:pic>
        <p:nvPicPr>
          <p:cNvPr id="83" name="Gráfico 82">
            <a:extLst>
              <a:ext uri="{FF2B5EF4-FFF2-40B4-BE49-F238E27FC236}">
                <a16:creationId xmlns:a16="http://schemas.microsoft.com/office/drawing/2014/main" id="{5DFCF1AD-6B06-F914-AC0B-80F0ED838E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A656CCE-66E0-EAE0-5C63-DF1315DF6299}"/>
              </a:ext>
            </a:extLst>
          </p:cNvPr>
          <p:cNvSpPr>
            <a:spLocks noGrp="1"/>
          </p:cNvSpPr>
          <p:nvPr>
            <p:ph type="sldNum" sz="quarter" idx="7"/>
          </p:nvPr>
        </p:nvSpPr>
        <p:spPr/>
        <p:txBody>
          <a:bodyPr/>
          <a:lstStyle/>
          <a:p>
            <a:fld id="{B6F15528-21DE-4FAA-801E-634DDDAF4B2B}" type="slidenum">
              <a:rPr lang="es-ES" smtClean="0"/>
              <a:t>19</a:t>
            </a:fld>
            <a:endParaRPr lang="es-ES"/>
          </a:p>
        </p:txBody>
      </p:sp>
      <p:sp>
        <p:nvSpPr>
          <p:cNvPr id="3" name="Marcador de pie de página 2">
            <a:extLst>
              <a:ext uri="{FF2B5EF4-FFF2-40B4-BE49-F238E27FC236}">
                <a16:creationId xmlns:a16="http://schemas.microsoft.com/office/drawing/2014/main" id="{D3AB6581-C493-80EB-A67F-5289454DAA28}"/>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B5029729-ADF3-3B30-4FF9-83BE1DB82BD7}"/>
              </a:ext>
            </a:extLst>
          </p:cNvPr>
          <p:cNvSpPr txBox="1"/>
          <p:nvPr/>
        </p:nvSpPr>
        <p:spPr>
          <a:xfrm>
            <a:off x="609441" y="4819471"/>
            <a:ext cx="11199971" cy="923330"/>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n-US" dirty="0">
                <a:latin typeface="Arial"/>
                <a:cs typeface="Arial"/>
              </a:rPr>
              <a:t>El ancho del </a:t>
            </a:r>
            <a:r>
              <a:rPr lang="en-US" dirty="0" err="1">
                <a:latin typeface="Arial"/>
                <a:cs typeface="Arial"/>
              </a:rPr>
              <a:t>cuerpo</a:t>
            </a:r>
            <a:r>
              <a:rPr lang="en-US" dirty="0">
                <a:latin typeface="Arial"/>
                <a:cs typeface="Arial"/>
              </a:rPr>
              <a:t> del MMI es 6.6um. Se </a:t>
            </a:r>
            <a:r>
              <a:rPr lang="en-US" dirty="0" err="1">
                <a:latin typeface="Arial"/>
                <a:cs typeface="Arial"/>
              </a:rPr>
              <a:t>consigue</a:t>
            </a:r>
            <a:r>
              <a:rPr lang="en-US" dirty="0">
                <a:latin typeface="Arial"/>
                <a:cs typeface="Arial"/>
              </a:rPr>
              <a:t> un ratio </a:t>
            </a:r>
            <a:r>
              <a:rPr lang="en-US" dirty="0" err="1">
                <a:latin typeface="Arial"/>
                <a:cs typeface="Arial"/>
              </a:rPr>
              <a:t>casi</a:t>
            </a:r>
            <a:r>
              <a:rPr lang="en-US" dirty="0">
                <a:latin typeface="Arial"/>
                <a:cs typeface="Arial"/>
              </a:rPr>
              <a:t> </a:t>
            </a:r>
            <a:r>
              <a:rPr lang="en-US" dirty="0" err="1">
                <a:latin typeface="Arial"/>
                <a:cs typeface="Arial"/>
              </a:rPr>
              <a:t>equilibrado</a:t>
            </a:r>
            <a:r>
              <a:rPr lang="en-US" dirty="0">
                <a:latin typeface="Arial"/>
                <a:cs typeface="Arial"/>
              </a:rPr>
              <a:t>, </a:t>
            </a:r>
            <a:r>
              <a:rPr lang="en-US" dirty="0" err="1">
                <a:latin typeface="Arial"/>
                <a:cs typeface="Arial"/>
              </a:rPr>
              <a:t>pero</a:t>
            </a:r>
            <a:r>
              <a:rPr lang="en-US" dirty="0">
                <a:latin typeface="Arial"/>
                <a:cs typeface="Arial"/>
              </a:rPr>
              <a:t> no 50:50.  Por </a:t>
            </a:r>
            <a:r>
              <a:rPr lang="en-US" dirty="0" err="1">
                <a:latin typeface="Arial"/>
                <a:cs typeface="Arial"/>
              </a:rPr>
              <a:t>otro</a:t>
            </a:r>
            <a:r>
              <a:rPr lang="en-US" dirty="0">
                <a:latin typeface="Arial"/>
                <a:cs typeface="Arial"/>
              </a:rPr>
              <a:t> </a:t>
            </a:r>
            <a:r>
              <a:rPr lang="en-US" dirty="0" err="1">
                <a:latin typeface="Arial"/>
                <a:cs typeface="Arial"/>
              </a:rPr>
              <a:t>lado</a:t>
            </a:r>
            <a:r>
              <a:rPr lang="en-US" dirty="0">
                <a:latin typeface="Arial"/>
                <a:cs typeface="Arial"/>
              </a:rPr>
              <a:t>, las </a:t>
            </a:r>
            <a:r>
              <a:rPr lang="en-US" dirty="0" err="1">
                <a:latin typeface="Arial"/>
                <a:cs typeface="Arial"/>
              </a:rPr>
              <a:t>pérdidas</a:t>
            </a:r>
            <a:r>
              <a:rPr lang="en-US" dirty="0">
                <a:latin typeface="Arial"/>
                <a:cs typeface="Arial"/>
              </a:rPr>
              <a:t> son 0.4217dB, </a:t>
            </a:r>
            <a:r>
              <a:rPr lang="en-US" dirty="0" err="1">
                <a:latin typeface="Arial"/>
                <a:cs typeface="Arial"/>
              </a:rPr>
              <a:t>que</a:t>
            </a:r>
            <a:r>
              <a:rPr lang="en-US" dirty="0">
                <a:latin typeface="Arial"/>
                <a:cs typeface="Arial"/>
              </a:rPr>
              <a:t> son </a:t>
            </a:r>
            <a:r>
              <a:rPr lang="en-US" dirty="0" err="1">
                <a:latin typeface="Arial"/>
                <a:cs typeface="Arial"/>
              </a:rPr>
              <a:t>grandes</a:t>
            </a:r>
            <a:r>
              <a:rPr lang="en-US" dirty="0">
                <a:latin typeface="Arial"/>
                <a:cs typeface="Arial"/>
              </a:rPr>
              <a:t>, </a:t>
            </a:r>
            <a:r>
              <a:rPr lang="en-US" dirty="0" err="1">
                <a:latin typeface="Arial"/>
                <a:cs typeface="Arial"/>
              </a:rPr>
              <a:t>por</a:t>
            </a:r>
            <a:r>
              <a:rPr lang="en-US" dirty="0">
                <a:latin typeface="Arial"/>
                <a:cs typeface="Arial"/>
              </a:rPr>
              <a:t> lo </a:t>
            </a:r>
            <a:r>
              <a:rPr lang="en-US" dirty="0" err="1">
                <a:latin typeface="Arial"/>
                <a:cs typeface="Arial"/>
              </a:rPr>
              <a:t>que</a:t>
            </a:r>
            <a:r>
              <a:rPr lang="en-US" dirty="0">
                <a:latin typeface="Arial"/>
                <a:cs typeface="Arial"/>
              </a:rPr>
              <a:t> es </a:t>
            </a:r>
            <a:r>
              <a:rPr lang="en-US" dirty="0" err="1">
                <a:latin typeface="Arial"/>
                <a:cs typeface="Arial"/>
              </a:rPr>
              <a:t>necesario</a:t>
            </a:r>
            <a:r>
              <a:rPr lang="en-US" dirty="0">
                <a:latin typeface="Arial"/>
                <a:cs typeface="Arial"/>
              </a:rPr>
              <a:t> </a:t>
            </a:r>
            <a:r>
              <a:rPr lang="en-US" dirty="0" err="1">
                <a:latin typeface="Arial"/>
                <a:cs typeface="Arial"/>
              </a:rPr>
              <a:t>ajustar</a:t>
            </a:r>
            <a:r>
              <a:rPr lang="en-US" dirty="0">
                <a:latin typeface="Arial"/>
                <a:cs typeface="Arial"/>
              </a:rPr>
              <a:t> tanto </a:t>
            </a:r>
            <a:r>
              <a:rPr lang="en-US" dirty="0" err="1">
                <a:latin typeface="Arial"/>
                <a:cs typeface="Arial"/>
              </a:rPr>
              <a:t>el</a:t>
            </a:r>
            <a:r>
              <a:rPr lang="en-US" dirty="0">
                <a:latin typeface="Arial"/>
                <a:cs typeface="Arial"/>
              </a:rPr>
              <a:t> ancho de las </a:t>
            </a:r>
            <a:r>
              <a:rPr lang="en-US" dirty="0" err="1">
                <a:latin typeface="Arial"/>
                <a:cs typeface="Arial"/>
              </a:rPr>
              <a:t>guías</a:t>
            </a:r>
            <a:r>
              <a:rPr lang="en-US" dirty="0">
                <a:latin typeface="Arial"/>
                <a:cs typeface="Arial"/>
              </a:rPr>
              <a:t> </a:t>
            </a:r>
            <a:r>
              <a:rPr lang="en-US" dirty="0" err="1">
                <a:latin typeface="Arial"/>
                <a:cs typeface="Arial"/>
              </a:rPr>
              <a:t>como</a:t>
            </a:r>
            <a:r>
              <a:rPr lang="en-US" dirty="0">
                <a:latin typeface="Arial"/>
                <a:cs typeface="Arial"/>
              </a:rPr>
              <a:t> la </a:t>
            </a:r>
            <a:r>
              <a:rPr lang="en-US" dirty="0" err="1">
                <a:latin typeface="Arial"/>
                <a:cs typeface="Arial"/>
              </a:rPr>
              <a:t>posición</a:t>
            </a:r>
            <a:r>
              <a:rPr lang="en-US" dirty="0">
                <a:latin typeface="Arial"/>
                <a:cs typeface="Arial"/>
              </a:rPr>
              <a:t> </a:t>
            </a:r>
            <a:r>
              <a:rPr lang="en-US" dirty="0" err="1">
                <a:latin typeface="Arial"/>
                <a:cs typeface="Arial"/>
              </a:rPr>
              <a:t>relativa</a:t>
            </a:r>
            <a:r>
              <a:rPr lang="en-US" dirty="0">
                <a:latin typeface="Arial"/>
                <a:cs typeface="Arial"/>
              </a:rPr>
              <a:t> de </a:t>
            </a:r>
            <a:r>
              <a:rPr lang="en-US" dirty="0" err="1">
                <a:latin typeface="Arial"/>
                <a:cs typeface="Arial"/>
              </a:rPr>
              <a:t>éstas</a:t>
            </a:r>
            <a:r>
              <a:rPr lang="en-US" dirty="0">
                <a:latin typeface="Arial"/>
                <a:cs typeface="Arial"/>
              </a:rPr>
              <a:t>.</a:t>
            </a:r>
          </a:p>
        </p:txBody>
      </p:sp>
      <p:sp>
        <p:nvSpPr>
          <p:cNvPr id="7" name="Rectángulo 6">
            <a:extLst>
              <a:ext uri="{FF2B5EF4-FFF2-40B4-BE49-F238E27FC236}">
                <a16:creationId xmlns:a16="http://schemas.microsoft.com/office/drawing/2014/main" id="{98DE5FDA-4E91-E843-E84A-1467BFAA9986}"/>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0DA14DBA-172E-DA2C-0573-6A00BF18F4A5}"/>
              </a:ext>
            </a:extLst>
          </p:cNvPr>
          <p:cNvSpPr txBox="1"/>
          <p:nvPr/>
        </p:nvSpPr>
        <p:spPr>
          <a:xfrm>
            <a:off x="625247" y="1751246"/>
            <a:ext cx="4607153" cy="2862322"/>
          </a:xfrm>
          <a:prstGeom prst="rect">
            <a:avLst/>
          </a:prstGeom>
          <a:noFill/>
        </p:spPr>
        <p:txBody>
          <a:bodyPr wrap="square" lIns="91440" tIns="45720" rIns="91440" bIns="45720" rtlCol="0" anchor="t">
            <a:spAutoFit/>
          </a:bodyPr>
          <a:lstStyle/>
          <a:p>
            <a:pPr algn="ctr"/>
            <a:r>
              <a:rPr lang="en-US">
                <a:solidFill>
                  <a:srgbClr val="000000"/>
                </a:solidFill>
                <a:latin typeface="Consolas" panose="020B0609020204030204" pitchFamily="49" charset="0"/>
              </a:rPr>
              <a:t>------- </a:t>
            </a:r>
            <a:r>
              <a:rPr lang="en-US" err="1">
                <a:solidFill>
                  <a:srgbClr val="000000"/>
                </a:solidFill>
                <a:latin typeface="Consolas" panose="020B0609020204030204" pitchFamily="49" charset="0"/>
              </a:rPr>
              <a:t>Pameters</a:t>
            </a:r>
            <a:r>
              <a:rPr lang="en-US">
                <a:solidFill>
                  <a:srgbClr val="000000"/>
                </a:solidFill>
                <a:latin typeface="Consolas" panose="020B0609020204030204" pitchFamily="49" charset="0"/>
              </a:rPr>
              <a:t> ------- MMI length 34.5180 MMI length increment 0.0000 IO </a:t>
            </a:r>
            <a:r>
              <a:rPr lang="en-US" err="1">
                <a:solidFill>
                  <a:srgbClr val="000000"/>
                </a:solidFill>
                <a:latin typeface="Consolas" panose="020B0609020204030204" pitchFamily="49" charset="0"/>
              </a:rPr>
              <a:t>wg</a:t>
            </a:r>
            <a:r>
              <a:rPr lang="en-US">
                <a:solidFill>
                  <a:srgbClr val="000000"/>
                </a:solidFill>
                <a:latin typeface="Consolas" panose="020B0609020204030204" pitchFamily="49" charset="0"/>
              </a:rPr>
              <a:t> width 1.0000 IO </a:t>
            </a:r>
            <a:r>
              <a:rPr lang="en-US" err="1">
                <a:solidFill>
                  <a:srgbClr val="000000"/>
                </a:solidFill>
                <a:latin typeface="Consolas" panose="020B0609020204030204" pitchFamily="49" charset="0"/>
              </a:rPr>
              <a:t>wg</a:t>
            </a:r>
            <a:r>
              <a:rPr lang="en-US">
                <a:solidFill>
                  <a:srgbClr val="000000"/>
                </a:solidFill>
                <a:latin typeface="Consolas" panose="020B0609020204030204" pitchFamily="49" charset="0"/>
              </a:rPr>
              <a:t> width increment 0.0000 ------------------------ Total power IN coupled 0.9604 Total OUT power: 0.9075 Excess loss [dB] = 0.4217 ------------------------ Power over OUTs: ['0.4675', '0.4399'] Ratio over OUTs ['0.5152', '0.4848']</a:t>
            </a:r>
          </a:p>
        </p:txBody>
      </p:sp>
      <p:sp>
        <p:nvSpPr>
          <p:cNvPr id="5" name="CuadroTexto 4">
            <a:extLst>
              <a:ext uri="{FF2B5EF4-FFF2-40B4-BE49-F238E27FC236}">
                <a16:creationId xmlns:a16="http://schemas.microsoft.com/office/drawing/2014/main" id="{C5277AE8-4F3F-E969-C1F2-1DA81E2376FC}"/>
              </a:ext>
            </a:extLst>
          </p:cNvPr>
          <p:cNvSpPr txBox="1"/>
          <p:nvPr/>
        </p:nvSpPr>
        <p:spPr>
          <a:xfrm>
            <a:off x="684130" y="1381914"/>
            <a:ext cx="6126480" cy="369332"/>
          </a:xfrm>
          <a:prstGeom prst="rect">
            <a:avLst/>
          </a:prstGeom>
          <a:noFill/>
        </p:spPr>
        <p:txBody>
          <a:bodyPr wrap="square">
            <a:spAutoFit/>
          </a:bodyPr>
          <a:lstStyle/>
          <a:p>
            <a:r>
              <a:rPr lang="es-ES" b="0" i="0" err="1">
                <a:solidFill>
                  <a:srgbClr val="000000"/>
                </a:solidFill>
                <a:effectLst/>
                <a:latin typeface="Consolas" panose="020B0609020204030204" pitchFamily="49" charset="0"/>
              </a:rPr>
              <a:t>L_pi</a:t>
            </a:r>
            <a:r>
              <a:rPr lang="es-ES" b="0" i="0">
                <a:solidFill>
                  <a:srgbClr val="000000"/>
                </a:solidFill>
                <a:effectLst/>
                <a:latin typeface="Consolas" panose="020B0609020204030204" pitchFamily="49" charset="0"/>
              </a:rPr>
              <a:t> = 69.03598607257507 µm</a:t>
            </a:r>
            <a:endParaRPr lang="es-ES">
              <a:solidFill>
                <a:srgbClr val="000000"/>
              </a:solidFill>
            </a:endParaRPr>
          </a:p>
        </p:txBody>
      </p:sp>
      <p:pic>
        <p:nvPicPr>
          <p:cNvPr id="9" name="Imagen 8">
            <a:extLst>
              <a:ext uri="{FF2B5EF4-FFF2-40B4-BE49-F238E27FC236}">
                <a16:creationId xmlns:a16="http://schemas.microsoft.com/office/drawing/2014/main" id="{4C82556F-15AC-9579-8E2E-4ADD00CBBA84}"/>
              </a:ext>
            </a:extLst>
          </p:cNvPr>
          <p:cNvPicPr>
            <a:picLocks noChangeAspect="1"/>
          </p:cNvPicPr>
          <p:nvPr/>
        </p:nvPicPr>
        <p:blipFill>
          <a:blip r:embed="rId4"/>
          <a:stretch>
            <a:fillRect/>
          </a:stretch>
        </p:blipFill>
        <p:spPr>
          <a:xfrm>
            <a:off x="5949243" y="1679449"/>
            <a:ext cx="5830474" cy="2417653"/>
          </a:xfrm>
          <a:prstGeom prst="rect">
            <a:avLst/>
          </a:prstGeom>
        </p:spPr>
      </p:pic>
    </p:spTree>
    <p:extLst>
      <p:ext uri="{BB962C8B-B14F-4D97-AF65-F5344CB8AC3E}">
        <p14:creationId xmlns:p14="http://schemas.microsoft.com/office/powerpoint/2010/main" val="28156794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F4421-2C0A-2670-8432-9F7424D22592}"/>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68F5E8E-B8B4-7173-3FF2-F214C710F14B}"/>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#6.2 – 2x2 Multimode Interference Coupler - Optimization</a:t>
            </a:r>
            <a:br>
              <a:rPr lang="en-US" sz="2500"/>
            </a:br>
            <a:r>
              <a:rPr lang="en-US" b="0"/>
              <a:t>Wavelength 1.55 µm, </a:t>
            </a:r>
            <a:r>
              <a:rPr lang="en-US" b="0" err="1"/>
              <a:t>wMMI</a:t>
            </a:r>
            <a:r>
              <a:rPr lang="en-US" b="0"/>
              <a:t> = 6.6 µm</a:t>
            </a:r>
            <a:endParaRPr lang="en-US" sz="2500" b="0">
              <a:latin typeface="+mj-lt"/>
              <a:cs typeface="Lucida Sans"/>
            </a:endParaRPr>
          </a:p>
        </p:txBody>
      </p:sp>
      <p:pic>
        <p:nvPicPr>
          <p:cNvPr id="83" name="Gráfico 82">
            <a:extLst>
              <a:ext uri="{FF2B5EF4-FFF2-40B4-BE49-F238E27FC236}">
                <a16:creationId xmlns:a16="http://schemas.microsoft.com/office/drawing/2014/main" id="{55378507-8550-94EB-42F9-8468FE6197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E96A720-EFE1-32DF-6715-559080594ADB}"/>
              </a:ext>
            </a:extLst>
          </p:cNvPr>
          <p:cNvSpPr>
            <a:spLocks noGrp="1"/>
          </p:cNvSpPr>
          <p:nvPr>
            <p:ph type="sldNum" sz="quarter" idx="7"/>
          </p:nvPr>
        </p:nvSpPr>
        <p:spPr/>
        <p:txBody>
          <a:bodyPr/>
          <a:lstStyle/>
          <a:p>
            <a:fld id="{B6F15528-21DE-4FAA-801E-634DDDAF4B2B}" type="slidenum">
              <a:rPr lang="es-ES" smtClean="0"/>
              <a:t>20</a:t>
            </a:fld>
            <a:endParaRPr lang="es-ES"/>
          </a:p>
        </p:txBody>
      </p:sp>
      <p:sp>
        <p:nvSpPr>
          <p:cNvPr id="3" name="Marcador de pie de página 2">
            <a:extLst>
              <a:ext uri="{FF2B5EF4-FFF2-40B4-BE49-F238E27FC236}">
                <a16:creationId xmlns:a16="http://schemas.microsoft.com/office/drawing/2014/main" id="{B4EBC580-4619-9DBB-E0A9-9A8FC32A5CA1}"/>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5C3DEA18-2959-E223-3638-3340F6EFA92C}"/>
              </a:ext>
            </a:extLst>
          </p:cNvPr>
          <p:cNvSpPr txBox="1"/>
          <p:nvPr/>
        </p:nvSpPr>
        <p:spPr>
          <a:xfrm>
            <a:off x="609441" y="4819471"/>
            <a:ext cx="11199971" cy="1477328"/>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n-US" dirty="0" err="1">
                <a:latin typeface="Arial"/>
                <a:cs typeface="Arial"/>
              </a:rPr>
              <a:t>Resultados</a:t>
            </a:r>
            <a:r>
              <a:rPr lang="en-US" dirty="0">
                <a:latin typeface="Arial"/>
                <a:cs typeface="Arial"/>
              </a:rPr>
              <a:t>:</a:t>
            </a:r>
            <a:endParaRPr lang="en-US" dirty="0">
              <a:latin typeface="Arial" panose="020B0604020202020204" pitchFamily="34" charset="0"/>
              <a:cs typeface="Arial" panose="020B0604020202020204" pitchFamily="34" charset="0"/>
            </a:endParaRPr>
          </a:p>
          <a:p>
            <a:pPr algn="just"/>
            <a:r>
              <a:rPr lang="en-US" dirty="0">
                <a:latin typeface="Arial"/>
                <a:cs typeface="Arial"/>
              </a:rPr>
              <a:t>Dy = 0.027</a:t>
            </a:r>
          </a:p>
          <a:p>
            <a:pPr algn="just"/>
            <a:r>
              <a:rPr lang="en-US" dirty="0">
                <a:latin typeface="Arial"/>
                <a:cs typeface="Arial"/>
              </a:rPr>
              <a:t>MMI length = -0.68</a:t>
            </a:r>
          </a:p>
          <a:p>
            <a:pPr algn="just"/>
            <a:r>
              <a:rPr lang="en-US" dirty="0">
                <a:latin typeface="Arial"/>
                <a:cs typeface="Arial"/>
              </a:rPr>
              <a:t>Se ha </a:t>
            </a:r>
            <a:r>
              <a:rPr lang="en-US" dirty="0" err="1">
                <a:latin typeface="Arial"/>
                <a:cs typeface="Arial"/>
              </a:rPr>
              <a:t>recortado</a:t>
            </a:r>
            <a:r>
              <a:rPr lang="en-US" dirty="0">
                <a:latin typeface="Arial"/>
                <a:cs typeface="Arial"/>
              </a:rPr>
              <a:t> 0.68um la </a:t>
            </a:r>
            <a:r>
              <a:rPr lang="en-US" dirty="0" err="1">
                <a:latin typeface="Arial"/>
                <a:cs typeface="Arial"/>
              </a:rPr>
              <a:t>longitud</a:t>
            </a:r>
            <a:r>
              <a:rPr lang="en-US" dirty="0">
                <a:latin typeface="Arial"/>
                <a:cs typeface="Arial"/>
              </a:rPr>
              <a:t> del MMI para </a:t>
            </a:r>
            <a:r>
              <a:rPr lang="en-US" dirty="0" err="1">
                <a:latin typeface="Arial"/>
                <a:cs typeface="Arial"/>
              </a:rPr>
              <a:t>reducir</a:t>
            </a:r>
            <a:r>
              <a:rPr lang="en-US" dirty="0">
                <a:latin typeface="Arial"/>
                <a:cs typeface="Arial"/>
              </a:rPr>
              <a:t> un poco las </a:t>
            </a:r>
            <a:r>
              <a:rPr lang="en-US" dirty="0" err="1">
                <a:latin typeface="Arial"/>
                <a:cs typeface="Arial"/>
              </a:rPr>
              <a:t>pérdidas</a:t>
            </a:r>
            <a:r>
              <a:rPr lang="en-US" dirty="0">
                <a:latin typeface="Arial"/>
                <a:cs typeface="Arial"/>
              </a:rPr>
              <a:t> y se ha </a:t>
            </a:r>
            <a:r>
              <a:rPr lang="en-US" dirty="0" err="1">
                <a:latin typeface="Arial"/>
                <a:cs typeface="Arial"/>
              </a:rPr>
              <a:t>ajustado</a:t>
            </a:r>
            <a:r>
              <a:rPr lang="en-US" dirty="0">
                <a:latin typeface="Arial"/>
                <a:cs typeface="Arial"/>
              </a:rPr>
              <a:t> la </a:t>
            </a:r>
            <a:r>
              <a:rPr lang="en-US" dirty="0" err="1">
                <a:latin typeface="Arial"/>
                <a:cs typeface="Arial"/>
              </a:rPr>
              <a:t>posición</a:t>
            </a:r>
            <a:r>
              <a:rPr lang="en-US" dirty="0">
                <a:latin typeface="Arial"/>
                <a:cs typeface="Arial"/>
              </a:rPr>
              <a:t> de las </a:t>
            </a:r>
            <a:r>
              <a:rPr lang="en-US" dirty="0" err="1">
                <a:latin typeface="Arial"/>
                <a:cs typeface="Arial"/>
              </a:rPr>
              <a:t>guías</a:t>
            </a:r>
            <a:r>
              <a:rPr lang="en-US" dirty="0">
                <a:latin typeface="Arial"/>
                <a:cs typeface="Arial"/>
              </a:rPr>
              <a:t> para </a:t>
            </a:r>
            <a:r>
              <a:rPr lang="en-US" dirty="0" err="1">
                <a:latin typeface="Arial"/>
                <a:cs typeface="Arial"/>
              </a:rPr>
              <a:t>conseguir</a:t>
            </a:r>
            <a:r>
              <a:rPr lang="en-US" dirty="0">
                <a:latin typeface="Arial"/>
                <a:cs typeface="Arial"/>
              </a:rPr>
              <a:t> un mayor ratio de </a:t>
            </a:r>
            <a:r>
              <a:rPr lang="en-US" dirty="0" err="1">
                <a:latin typeface="Arial"/>
                <a:cs typeface="Arial"/>
              </a:rPr>
              <a:t>potencia</a:t>
            </a:r>
            <a:r>
              <a:rPr lang="en-US" dirty="0">
                <a:latin typeface="Arial"/>
                <a:cs typeface="Arial"/>
              </a:rPr>
              <a:t> a la </a:t>
            </a:r>
            <a:r>
              <a:rPr lang="en-US" dirty="0" err="1">
                <a:latin typeface="Arial"/>
                <a:cs typeface="Arial"/>
              </a:rPr>
              <a:t>salida</a:t>
            </a:r>
            <a:r>
              <a:rPr lang="en-US" dirty="0">
                <a:latin typeface="Arial"/>
                <a:cs typeface="Arial"/>
              </a:rPr>
              <a:t>.</a:t>
            </a:r>
          </a:p>
        </p:txBody>
      </p:sp>
      <p:sp>
        <p:nvSpPr>
          <p:cNvPr id="7" name="Rectángulo 6">
            <a:extLst>
              <a:ext uri="{FF2B5EF4-FFF2-40B4-BE49-F238E27FC236}">
                <a16:creationId xmlns:a16="http://schemas.microsoft.com/office/drawing/2014/main" id="{1D2D8112-5946-DABC-700B-C2F23AF39926}"/>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uadroTexto 4">
            <a:extLst>
              <a:ext uri="{FF2B5EF4-FFF2-40B4-BE49-F238E27FC236}">
                <a16:creationId xmlns:a16="http://schemas.microsoft.com/office/drawing/2014/main" id="{9D1B79DD-CA5B-236A-F7A9-6DC8B54FBFA0}"/>
              </a:ext>
            </a:extLst>
          </p:cNvPr>
          <p:cNvSpPr txBox="1"/>
          <p:nvPr/>
        </p:nvSpPr>
        <p:spPr>
          <a:xfrm>
            <a:off x="690810" y="1512325"/>
            <a:ext cx="4957384" cy="2585323"/>
          </a:xfrm>
          <a:prstGeom prst="rect">
            <a:avLst/>
          </a:prstGeom>
          <a:noFill/>
        </p:spPr>
        <p:txBody>
          <a:bodyPr wrap="square" lIns="91440" tIns="45720" rIns="91440" bIns="45720" anchor="t">
            <a:spAutoFit/>
          </a:bodyPr>
          <a:lstStyle/>
          <a:p>
            <a:r>
              <a:rPr lang="en-US" b="0" i="0">
                <a:effectLst/>
                <a:latin typeface="Consolas"/>
              </a:rPr>
              <a:t>------- </a:t>
            </a:r>
            <a:r>
              <a:rPr lang="en-US" b="0" i="0" err="1">
                <a:effectLst/>
                <a:latin typeface="Consolas"/>
              </a:rPr>
              <a:t>Pameters</a:t>
            </a:r>
            <a:r>
              <a:rPr lang="en-US" b="0" i="0">
                <a:effectLst/>
                <a:latin typeface="Consolas"/>
              </a:rPr>
              <a:t> ------- MMI length 34.5180 MMI length increment -0.6800 IO </a:t>
            </a:r>
            <a:r>
              <a:rPr lang="en-US" b="0" i="0" err="1">
                <a:effectLst/>
                <a:latin typeface="Consolas"/>
              </a:rPr>
              <a:t>wg</a:t>
            </a:r>
            <a:r>
              <a:rPr lang="en-US" b="0" i="0">
                <a:effectLst/>
                <a:latin typeface="Consolas"/>
              </a:rPr>
              <a:t> width 1.0000 IO </a:t>
            </a:r>
            <a:r>
              <a:rPr lang="en-US" b="0" i="0" err="1">
                <a:effectLst/>
                <a:latin typeface="Consolas"/>
              </a:rPr>
              <a:t>wg</a:t>
            </a:r>
            <a:r>
              <a:rPr lang="en-US" b="0" i="0">
                <a:effectLst/>
                <a:latin typeface="Consolas"/>
              </a:rPr>
              <a:t> width increment 0.0000 ------------------------ Total power IN coupled 0.9593 Total OUT power: 0.9083 Excess loss [dB] = 0.4179 ------------------------ Power over OUTs: ['0.4583', '0.4499'] Ratio over OUTs ['0.5046', '0.4954']</a:t>
            </a:r>
            <a:endParaRPr lang="es-ES">
              <a:latin typeface="Consolas"/>
              <a:ea typeface="Calibri"/>
              <a:cs typeface="Calibri"/>
            </a:endParaRPr>
          </a:p>
        </p:txBody>
      </p:sp>
      <p:pic>
        <p:nvPicPr>
          <p:cNvPr id="9" name="Imagen 8">
            <a:extLst>
              <a:ext uri="{FF2B5EF4-FFF2-40B4-BE49-F238E27FC236}">
                <a16:creationId xmlns:a16="http://schemas.microsoft.com/office/drawing/2014/main" id="{987F8FC8-1014-3482-75A1-B02FD7FFA074}"/>
              </a:ext>
            </a:extLst>
          </p:cNvPr>
          <p:cNvPicPr>
            <a:picLocks noChangeAspect="1"/>
          </p:cNvPicPr>
          <p:nvPr/>
        </p:nvPicPr>
        <p:blipFill>
          <a:blip r:embed="rId4"/>
          <a:stretch>
            <a:fillRect/>
          </a:stretch>
        </p:blipFill>
        <p:spPr>
          <a:xfrm>
            <a:off x="5504411" y="1721927"/>
            <a:ext cx="6300199" cy="2520210"/>
          </a:xfrm>
          <a:prstGeom prst="rect">
            <a:avLst/>
          </a:prstGeom>
        </p:spPr>
      </p:pic>
    </p:spTree>
    <p:extLst>
      <p:ext uri="{BB962C8B-B14F-4D97-AF65-F5344CB8AC3E}">
        <p14:creationId xmlns:p14="http://schemas.microsoft.com/office/powerpoint/2010/main" val="736220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6840C-E297-5C14-19E5-3AAA64BB7BE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3953673-EF31-1495-8A44-CB0021023B76}"/>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#6.3 – 2x2 Multimode Interference Coupler – Optimization (II)</a:t>
            </a:r>
            <a:br>
              <a:rPr lang="en-US" sz="2500"/>
            </a:br>
            <a:r>
              <a:rPr lang="en-US" b="0"/>
              <a:t>Wavelength 1.55 µm, </a:t>
            </a:r>
            <a:r>
              <a:rPr lang="en-US" b="0" err="1"/>
              <a:t>wMMI</a:t>
            </a:r>
            <a:r>
              <a:rPr lang="en-US" b="0"/>
              <a:t> = 6.6 µm</a:t>
            </a:r>
            <a:endParaRPr lang="en-US" sz="2500" b="0">
              <a:latin typeface="+mj-lt"/>
              <a:cs typeface="Lucida Sans"/>
            </a:endParaRPr>
          </a:p>
        </p:txBody>
      </p:sp>
      <p:pic>
        <p:nvPicPr>
          <p:cNvPr id="83" name="Gráfico 82">
            <a:extLst>
              <a:ext uri="{FF2B5EF4-FFF2-40B4-BE49-F238E27FC236}">
                <a16:creationId xmlns:a16="http://schemas.microsoft.com/office/drawing/2014/main" id="{F9473FA6-E1A0-4FDB-4AC0-3BDD97218D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EFAD5804-7439-F14D-AC75-069072D61C40}"/>
              </a:ext>
            </a:extLst>
          </p:cNvPr>
          <p:cNvSpPr>
            <a:spLocks noGrp="1"/>
          </p:cNvSpPr>
          <p:nvPr>
            <p:ph type="sldNum" sz="quarter" idx="7"/>
          </p:nvPr>
        </p:nvSpPr>
        <p:spPr/>
        <p:txBody>
          <a:bodyPr/>
          <a:lstStyle/>
          <a:p>
            <a:fld id="{B6F15528-21DE-4FAA-801E-634DDDAF4B2B}" type="slidenum">
              <a:rPr lang="es-ES" smtClean="0"/>
              <a:t>21</a:t>
            </a:fld>
            <a:endParaRPr lang="es-ES"/>
          </a:p>
        </p:txBody>
      </p:sp>
      <p:sp>
        <p:nvSpPr>
          <p:cNvPr id="3" name="Marcador de pie de página 2">
            <a:extLst>
              <a:ext uri="{FF2B5EF4-FFF2-40B4-BE49-F238E27FC236}">
                <a16:creationId xmlns:a16="http://schemas.microsoft.com/office/drawing/2014/main" id="{22856D17-11B0-BC09-663B-F743E4656F9F}"/>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77E98271-6147-BE61-E759-F2B86E9337FE}"/>
              </a:ext>
            </a:extLst>
          </p:cNvPr>
          <p:cNvSpPr txBox="1"/>
          <p:nvPr/>
        </p:nvSpPr>
        <p:spPr>
          <a:xfrm>
            <a:off x="609441" y="4819471"/>
            <a:ext cx="11199971" cy="923330"/>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n-US">
                <a:latin typeface="Arial"/>
                <a:cs typeface="Arial"/>
              </a:rPr>
              <a:t>Para </a:t>
            </a:r>
            <a:r>
              <a:rPr lang="en-US" err="1">
                <a:latin typeface="Arial"/>
                <a:cs typeface="Arial"/>
              </a:rPr>
              <a:t>reducir</a:t>
            </a:r>
            <a:r>
              <a:rPr lang="en-US">
                <a:latin typeface="Arial"/>
                <a:cs typeface="Arial"/>
              </a:rPr>
              <a:t> las </a:t>
            </a:r>
            <a:r>
              <a:rPr lang="en-US" err="1">
                <a:latin typeface="Arial"/>
                <a:cs typeface="Arial"/>
              </a:rPr>
              <a:t>pérdidas</a:t>
            </a:r>
            <a:r>
              <a:rPr lang="en-US">
                <a:latin typeface="Arial"/>
                <a:cs typeface="Arial"/>
              </a:rPr>
              <a:t> </a:t>
            </a:r>
            <a:r>
              <a:rPr lang="en-US" err="1">
                <a:latin typeface="Arial"/>
                <a:cs typeface="Arial"/>
              </a:rPr>
              <a:t>por</a:t>
            </a:r>
            <a:r>
              <a:rPr lang="en-US">
                <a:latin typeface="Arial"/>
                <a:cs typeface="Arial"/>
              </a:rPr>
              <a:t> </a:t>
            </a:r>
            <a:r>
              <a:rPr lang="en-US" err="1">
                <a:latin typeface="Arial"/>
                <a:cs typeface="Arial"/>
              </a:rPr>
              <a:t>debajo</a:t>
            </a:r>
            <a:r>
              <a:rPr lang="en-US">
                <a:latin typeface="Arial"/>
                <a:cs typeface="Arial"/>
              </a:rPr>
              <a:t> de 0.1dB, </a:t>
            </a:r>
            <a:r>
              <a:rPr lang="en-US" err="1">
                <a:latin typeface="Arial"/>
                <a:cs typeface="Arial"/>
              </a:rPr>
              <a:t>hemos</a:t>
            </a:r>
            <a:r>
              <a:rPr lang="en-US">
                <a:latin typeface="Arial"/>
                <a:cs typeface="Arial"/>
              </a:rPr>
              <a:t> </a:t>
            </a:r>
            <a:r>
              <a:rPr lang="en-US" err="1">
                <a:latin typeface="Arial"/>
                <a:cs typeface="Arial"/>
              </a:rPr>
              <a:t>aumentado</a:t>
            </a:r>
            <a:r>
              <a:rPr lang="en-US">
                <a:latin typeface="Arial"/>
                <a:cs typeface="Arial"/>
              </a:rPr>
              <a:t> </a:t>
            </a:r>
            <a:r>
              <a:rPr lang="en-US" err="1">
                <a:latin typeface="Arial"/>
                <a:cs typeface="Arial"/>
              </a:rPr>
              <a:t>el</a:t>
            </a:r>
            <a:r>
              <a:rPr lang="en-US">
                <a:latin typeface="Arial"/>
                <a:cs typeface="Arial"/>
              </a:rPr>
              <a:t> ancho de las </a:t>
            </a:r>
            <a:r>
              <a:rPr lang="en-US" err="1">
                <a:latin typeface="Arial"/>
                <a:cs typeface="Arial"/>
              </a:rPr>
              <a:t>guías</a:t>
            </a:r>
            <a:r>
              <a:rPr lang="en-US">
                <a:latin typeface="Arial"/>
                <a:cs typeface="Arial"/>
              </a:rPr>
              <a:t>. Por </a:t>
            </a:r>
            <a:r>
              <a:rPr lang="en-US" err="1">
                <a:latin typeface="Arial"/>
                <a:cs typeface="Arial"/>
              </a:rPr>
              <a:t>otro</a:t>
            </a:r>
            <a:r>
              <a:rPr lang="en-US">
                <a:latin typeface="Arial"/>
                <a:cs typeface="Arial"/>
              </a:rPr>
              <a:t> </a:t>
            </a:r>
            <a:r>
              <a:rPr lang="en-US" err="1">
                <a:latin typeface="Arial"/>
                <a:cs typeface="Arial"/>
              </a:rPr>
              <a:t>lado</a:t>
            </a:r>
            <a:r>
              <a:rPr lang="en-US">
                <a:latin typeface="Arial"/>
                <a:cs typeface="Arial"/>
              </a:rPr>
              <a:t>, para </a:t>
            </a:r>
            <a:r>
              <a:rPr lang="en-US" err="1">
                <a:latin typeface="Arial"/>
                <a:cs typeface="Arial"/>
              </a:rPr>
              <a:t>conseguir</a:t>
            </a:r>
            <a:r>
              <a:rPr lang="en-US">
                <a:latin typeface="Arial"/>
                <a:cs typeface="Arial"/>
              </a:rPr>
              <a:t> un ratio de 0.500, </a:t>
            </a:r>
            <a:r>
              <a:rPr lang="en-US" err="1">
                <a:latin typeface="Arial"/>
                <a:cs typeface="Arial"/>
              </a:rPr>
              <a:t>hemos</a:t>
            </a:r>
            <a:r>
              <a:rPr lang="en-US">
                <a:latin typeface="Arial"/>
                <a:cs typeface="Arial"/>
              </a:rPr>
              <a:t> </a:t>
            </a:r>
            <a:r>
              <a:rPr lang="en-US" err="1">
                <a:latin typeface="Arial"/>
                <a:cs typeface="Arial"/>
              </a:rPr>
              <a:t>aumentado</a:t>
            </a:r>
            <a:r>
              <a:rPr lang="en-US">
                <a:latin typeface="Arial"/>
                <a:cs typeface="Arial"/>
              </a:rPr>
              <a:t> </a:t>
            </a:r>
            <a:r>
              <a:rPr lang="en-US" err="1">
                <a:latin typeface="Arial"/>
                <a:cs typeface="Arial"/>
              </a:rPr>
              <a:t>ligeramente</a:t>
            </a:r>
            <a:r>
              <a:rPr lang="en-US">
                <a:latin typeface="Arial"/>
                <a:cs typeface="Arial"/>
              </a:rPr>
              <a:t> </a:t>
            </a:r>
            <a:r>
              <a:rPr lang="en-US" err="1">
                <a:latin typeface="Arial"/>
                <a:cs typeface="Arial"/>
              </a:rPr>
              <a:t>el</a:t>
            </a:r>
            <a:r>
              <a:rPr lang="en-US">
                <a:latin typeface="Arial"/>
                <a:cs typeface="Arial"/>
              </a:rPr>
              <a:t> largo del MMI y </a:t>
            </a:r>
            <a:r>
              <a:rPr lang="en-US" err="1">
                <a:latin typeface="Arial"/>
                <a:cs typeface="Arial"/>
              </a:rPr>
              <a:t>disminuido</a:t>
            </a:r>
            <a:r>
              <a:rPr lang="en-US">
                <a:latin typeface="Arial"/>
                <a:cs typeface="Arial"/>
              </a:rPr>
              <a:t> la </a:t>
            </a:r>
            <a:r>
              <a:rPr lang="en-US" err="1">
                <a:latin typeface="Arial"/>
                <a:cs typeface="Arial"/>
              </a:rPr>
              <a:t>distancia</a:t>
            </a:r>
            <a:r>
              <a:rPr lang="en-US">
                <a:latin typeface="Arial"/>
                <a:cs typeface="Arial"/>
              </a:rPr>
              <a:t> entre las </a:t>
            </a:r>
            <a:r>
              <a:rPr lang="en-US" err="1">
                <a:latin typeface="Arial"/>
                <a:cs typeface="Arial"/>
              </a:rPr>
              <a:t>guías</a:t>
            </a:r>
            <a:r>
              <a:rPr lang="en-US">
                <a:latin typeface="Arial"/>
                <a:cs typeface="Arial"/>
              </a:rPr>
              <a:t>.</a:t>
            </a:r>
          </a:p>
        </p:txBody>
      </p:sp>
      <p:sp>
        <p:nvSpPr>
          <p:cNvPr id="7" name="Rectángulo 6">
            <a:extLst>
              <a:ext uri="{FF2B5EF4-FFF2-40B4-BE49-F238E27FC236}">
                <a16:creationId xmlns:a16="http://schemas.microsoft.com/office/drawing/2014/main" id="{FAB9C26D-75EA-09DE-D68A-FB168412D4AE}"/>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60254550-7D74-A084-EDA1-1928E6410107}"/>
              </a:ext>
            </a:extLst>
          </p:cNvPr>
          <p:cNvPicPr>
            <a:picLocks noChangeAspect="1"/>
          </p:cNvPicPr>
          <p:nvPr/>
        </p:nvPicPr>
        <p:blipFill>
          <a:blip r:embed="rId4"/>
          <a:stretch>
            <a:fillRect/>
          </a:stretch>
        </p:blipFill>
        <p:spPr>
          <a:xfrm>
            <a:off x="4964112" y="1715135"/>
            <a:ext cx="6764775" cy="2759710"/>
          </a:xfrm>
          <a:prstGeom prst="rect">
            <a:avLst/>
          </a:prstGeom>
        </p:spPr>
      </p:pic>
      <p:sp>
        <p:nvSpPr>
          <p:cNvPr id="9" name="CuadroTexto 8">
            <a:extLst>
              <a:ext uri="{FF2B5EF4-FFF2-40B4-BE49-F238E27FC236}">
                <a16:creationId xmlns:a16="http://schemas.microsoft.com/office/drawing/2014/main" id="{0975C155-4FA7-05AE-0C3C-69B8DE03D0B0}"/>
              </a:ext>
            </a:extLst>
          </p:cNvPr>
          <p:cNvSpPr txBox="1"/>
          <p:nvPr/>
        </p:nvSpPr>
        <p:spPr>
          <a:xfrm>
            <a:off x="674449" y="1448169"/>
            <a:ext cx="4290060" cy="3139321"/>
          </a:xfrm>
          <a:prstGeom prst="rect">
            <a:avLst/>
          </a:prstGeom>
          <a:noFill/>
        </p:spPr>
        <p:txBody>
          <a:bodyPr wrap="square">
            <a:spAutoFit/>
          </a:bodyPr>
          <a:lstStyle/>
          <a:p>
            <a:r>
              <a:rPr lang="en-US" b="0" i="0">
                <a:effectLst/>
                <a:latin typeface="Consolas" panose="020B0609020204030204" pitchFamily="49" charset="0"/>
              </a:rPr>
              <a:t>------- </a:t>
            </a:r>
            <a:r>
              <a:rPr lang="en-US" b="0" i="0" err="1">
                <a:effectLst/>
                <a:latin typeface="Consolas" panose="020B0609020204030204" pitchFamily="49" charset="0"/>
              </a:rPr>
              <a:t>Pameters</a:t>
            </a:r>
            <a:r>
              <a:rPr lang="en-US" b="0" i="0">
                <a:effectLst/>
                <a:latin typeface="Consolas" panose="020B0609020204030204" pitchFamily="49" charset="0"/>
              </a:rPr>
              <a:t> ------- MMI length 34.5180 MMI length increment 0.3000 IO </a:t>
            </a:r>
            <a:r>
              <a:rPr lang="en-US" b="0" i="0" err="1">
                <a:effectLst/>
                <a:latin typeface="Consolas" panose="020B0609020204030204" pitchFamily="49" charset="0"/>
              </a:rPr>
              <a:t>wg</a:t>
            </a:r>
            <a:r>
              <a:rPr lang="en-US" b="0" i="0">
                <a:effectLst/>
                <a:latin typeface="Consolas" panose="020B0609020204030204" pitchFamily="49" charset="0"/>
              </a:rPr>
              <a:t> width 1.0000 IO </a:t>
            </a:r>
            <a:r>
              <a:rPr lang="en-US" b="0" i="0" err="1">
                <a:effectLst/>
                <a:latin typeface="Consolas" panose="020B0609020204030204" pitchFamily="49" charset="0"/>
              </a:rPr>
              <a:t>wg</a:t>
            </a:r>
            <a:r>
              <a:rPr lang="en-US" b="0" i="0">
                <a:effectLst/>
                <a:latin typeface="Consolas" panose="020B0609020204030204" pitchFamily="49" charset="0"/>
              </a:rPr>
              <a:t> width increment 0.8000 ------------------------ Total power IN coupled 0.9960 Total OUT power: 0.9788 Excess loss [dB] = 0.0929 ------------------------ Power over OUTs: ['0.4903', '0.4885'] Ratio over OUTs ['0.5009', '0.4991']</a:t>
            </a:r>
            <a:endParaRPr lang="es-ES"/>
          </a:p>
        </p:txBody>
      </p:sp>
    </p:spTree>
    <p:extLst>
      <p:ext uri="{BB962C8B-B14F-4D97-AF65-F5344CB8AC3E}">
        <p14:creationId xmlns:p14="http://schemas.microsoft.com/office/powerpoint/2010/main" val="2368522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A1363-C83E-82B6-7BDE-AD2801F8B66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E256546-3103-104D-A87F-78AEBE5D595E}"/>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#7 – 1x4 Multimode Interference Coupler </a:t>
            </a:r>
            <a:br>
              <a:rPr lang="en-US" sz="2500"/>
            </a:br>
            <a:r>
              <a:rPr lang="en-US" b="0"/>
              <a:t>Wavelength 1.55 µm, </a:t>
            </a:r>
            <a:r>
              <a:rPr lang="en-US" b="0" err="1"/>
              <a:t>wMMI</a:t>
            </a:r>
            <a:r>
              <a:rPr lang="en-US" b="0"/>
              <a:t> =12µm</a:t>
            </a:r>
            <a:endParaRPr lang="en-US" sz="2500" b="0">
              <a:latin typeface="+mj-lt"/>
              <a:cs typeface="Lucida Sans"/>
            </a:endParaRPr>
          </a:p>
        </p:txBody>
      </p:sp>
      <p:pic>
        <p:nvPicPr>
          <p:cNvPr id="83" name="Gráfico 82">
            <a:extLst>
              <a:ext uri="{FF2B5EF4-FFF2-40B4-BE49-F238E27FC236}">
                <a16:creationId xmlns:a16="http://schemas.microsoft.com/office/drawing/2014/main" id="{4BFCA3D8-29F6-7091-7099-77888A9F86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2E75535-0FBC-4C5F-9AC5-7008914FCF56}"/>
              </a:ext>
            </a:extLst>
          </p:cNvPr>
          <p:cNvSpPr>
            <a:spLocks noGrp="1"/>
          </p:cNvSpPr>
          <p:nvPr>
            <p:ph type="sldNum" sz="quarter" idx="7"/>
          </p:nvPr>
        </p:nvSpPr>
        <p:spPr/>
        <p:txBody>
          <a:bodyPr/>
          <a:lstStyle/>
          <a:p>
            <a:fld id="{B6F15528-21DE-4FAA-801E-634DDDAF4B2B}" type="slidenum">
              <a:rPr lang="es-ES" smtClean="0"/>
              <a:t>22</a:t>
            </a:fld>
            <a:endParaRPr lang="es-ES"/>
          </a:p>
        </p:txBody>
      </p:sp>
      <p:sp>
        <p:nvSpPr>
          <p:cNvPr id="3" name="Marcador de pie de página 2">
            <a:extLst>
              <a:ext uri="{FF2B5EF4-FFF2-40B4-BE49-F238E27FC236}">
                <a16:creationId xmlns:a16="http://schemas.microsoft.com/office/drawing/2014/main" id="{07AC2AFF-A7D9-EBCD-7C5A-6CDF61B69366}"/>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42D73A2E-0E5A-8A39-6B70-F9E94D6DBB70}"/>
              </a:ext>
            </a:extLst>
          </p:cNvPr>
          <p:cNvSpPr txBox="1"/>
          <p:nvPr/>
        </p:nvSpPr>
        <p:spPr>
          <a:xfrm>
            <a:off x="609441" y="4819471"/>
            <a:ext cx="11199971" cy="1200329"/>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n-US" dirty="0">
                <a:latin typeface="Arial"/>
                <a:cs typeface="Arial"/>
              </a:rPr>
              <a:t>En </a:t>
            </a:r>
            <a:r>
              <a:rPr lang="en-US" dirty="0" err="1">
                <a:latin typeface="Arial"/>
                <a:cs typeface="Arial"/>
              </a:rPr>
              <a:t>este</a:t>
            </a:r>
            <a:r>
              <a:rPr lang="en-US" dirty="0">
                <a:latin typeface="Arial"/>
                <a:cs typeface="Arial"/>
              </a:rPr>
              <a:t> </a:t>
            </a:r>
            <a:r>
              <a:rPr lang="en-US" dirty="0" err="1">
                <a:latin typeface="Arial"/>
                <a:cs typeface="Arial"/>
              </a:rPr>
              <a:t>caso</a:t>
            </a:r>
            <a:r>
              <a:rPr lang="en-US" dirty="0">
                <a:latin typeface="Arial"/>
                <a:cs typeface="Arial"/>
              </a:rPr>
              <a:t>, la </a:t>
            </a:r>
            <a:r>
              <a:rPr lang="en-US" dirty="0" err="1">
                <a:latin typeface="Arial"/>
                <a:cs typeface="Arial"/>
              </a:rPr>
              <a:t>longitud</a:t>
            </a:r>
            <a:r>
              <a:rPr lang="en-US" dirty="0">
                <a:latin typeface="Arial"/>
                <a:cs typeface="Arial"/>
              </a:rPr>
              <a:t> del MMI es ¾*</a:t>
            </a:r>
            <a:r>
              <a:rPr lang="en-US" dirty="0" err="1">
                <a:latin typeface="Arial"/>
                <a:cs typeface="Arial"/>
              </a:rPr>
              <a:t>Lpi</a:t>
            </a:r>
            <a:r>
              <a:rPr lang="en-US" dirty="0">
                <a:latin typeface="Arial"/>
                <a:cs typeface="Arial"/>
              </a:rPr>
              <a:t>/N, </a:t>
            </a:r>
            <a:r>
              <a:rPr lang="en-US" dirty="0" err="1">
                <a:latin typeface="Arial"/>
                <a:cs typeface="Arial"/>
              </a:rPr>
              <a:t>siendo</a:t>
            </a:r>
            <a:r>
              <a:rPr lang="en-US" dirty="0">
                <a:latin typeface="Arial"/>
                <a:cs typeface="Arial"/>
              </a:rPr>
              <a:t> N=4, </a:t>
            </a:r>
            <a:r>
              <a:rPr lang="en-US" dirty="0" err="1">
                <a:latin typeface="Arial"/>
                <a:cs typeface="Arial"/>
              </a:rPr>
              <a:t>aunque</a:t>
            </a:r>
            <a:r>
              <a:rPr lang="en-US" dirty="0">
                <a:latin typeface="Arial"/>
                <a:cs typeface="Arial"/>
              </a:rPr>
              <a:t> se ha </a:t>
            </a:r>
            <a:r>
              <a:rPr lang="en-US" dirty="0" err="1">
                <a:latin typeface="Arial"/>
                <a:cs typeface="Arial"/>
              </a:rPr>
              <a:t>reducido</a:t>
            </a:r>
            <a:r>
              <a:rPr lang="en-US" dirty="0">
                <a:latin typeface="Arial"/>
                <a:cs typeface="Arial"/>
              </a:rPr>
              <a:t> 1um para </a:t>
            </a:r>
            <a:r>
              <a:rPr lang="en-US" dirty="0" err="1">
                <a:latin typeface="Arial"/>
                <a:cs typeface="Arial"/>
              </a:rPr>
              <a:t>conseguir</a:t>
            </a:r>
            <a:r>
              <a:rPr lang="en-US" dirty="0">
                <a:latin typeface="Arial"/>
                <a:cs typeface="Arial"/>
              </a:rPr>
              <a:t> lo </a:t>
            </a:r>
            <a:r>
              <a:rPr lang="en-US" dirty="0" err="1">
                <a:latin typeface="Arial"/>
                <a:cs typeface="Arial"/>
              </a:rPr>
              <a:t>especificado</a:t>
            </a:r>
            <a:r>
              <a:rPr lang="en-US" dirty="0">
                <a:latin typeface="Arial"/>
                <a:cs typeface="Arial"/>
              </a:rPr>
              <a:t>. Para </a:t>
            </a:r>
            <a:r>
              <a:rPr lang="en-US" dirty="0" err="1">
                <a:latin typeface="Arial"/>
                <a:cs typeface="Arial"/>
              </a:rPr>
              <a:t>reducir</a:t>
            </a:r>
            <a:r>
              <a:rPr lang="en-US" dirty="0">
                <a:latin typeface="Arial"/>
                <a:cs typeface="Arial"/>
              </a:rPr>
              <a:t> las </a:t>
            </a:r>
            <a:r>
              <a:rPr lang="en-US" dirty="0" err="1">
                <a:latin typeface="Arial"/>
                <a:cs typeface="Arial"/>
              </a:rPr>
              <a:t>pérdidas</a:t>
            </a:r>
            <a:r>
              <a:rPr lang="en-US" dirty="0">
                <a:latin typeface="Arial"/>
                <a:cs typeface="Arial"/>
              </a:rPr>
              <a:t>, </a:t>
            </a:r>
            <a:r>
              <a:rPr lang="en-US" dirty="0" err="1">
                <a:latin typeface="Arial"/>
                <a:cs typeface="Arial"/>
              </a:rPr>
              <a:t>hemos</a:t>
            </a:r>
            <a:r>
              <a:rPr lang="en-US" dirty="0">
                <a:latin typeface="Arial"/>
                <a:cs typeface="Arial"/>
              </a:rPr>
              <a:t> </a:t>
            </a:r>
            <a:r>
              <a:rPr lang="en-US" dirty="0" err="1">
                <a:latin typeface="Arial"/>
                <a:cs typeface="Arial"/>
              </a:rPr>
              <a:t>aumentado</a:t>
            </a:r>
            <a:r>
              <a:rPr lang="en-US" dirty="0">
                <a:latin typeface="Arial"/>
                <a:cs typeface="Arial"/>
              </a:rPr>
              <a:t> </a:t>
            </a:r>
            <a:r>
              <a:rPr lang="en-US" dirty="0" err="1">
                <a:latin typeface="Arial"/>
                <a:cs typeface="Arial"/>
              </a:rPr>
              <a:t>el</a:t>
            </a:r>
            <a:r>
              <a:rPr lang="en-US" dirty="0">
                <a:latin typeface="Arial"/>
                <a:cs typeface="Arial"/>
              </a:rPr>
              <a:t> ancho del MMI a 12um. También  se ha </a:t>
            </a:r>
            <a:r>
              <a:rPr lang="en-US" dirty="0" err="1">
                <a:latin typeface="Arial"/>
                <a:cs typeface="Arial"/>
              </a:rPr>
              <a:t>reducido</a:t>
            </a:r>
            <a:r>
              <a:rPr lang="en-US" dirty="0">
                <a:latin typeface="Arial"/>
                <a:cs typeface="Arial"/>
              </a:rPr>
              <a:t> </a:t>
            </a:r>
            <a:r>
              <a:rPr lang="en-US" dirty="0" err="1">
                <a:latin typeface="Arial"/>
                <a:cs typeface="Arial"/>
              </a:rPr>
              <a:t>en</a:t>
            </a:r>
            <a:r>
              <a:rPr lang="en-US" dirty="0">
                <a:latin typeface="Arial"/>
                <a:cs typeface="Arial"/>
              </a:rPr>
              <a:t> 1um </a:t>
            </a:r>
            <a:r>
              <a:rPr lang="en-US" dirty="0" err="1">
                <a:latin typeface="Arial"/>
                <a:cs typeface="Arial"/>
              </a:rPr>
              <a:t>el</a:t>
            </a:r>
            <a:r>
              <a:rPr lang="en-US" dirty="0">
                <a:latin typeface="Arial"/>
                <a:cs typeface="Arial"/>
              </a:rPr>
              <a:t> largo para  </a:t>
            </a:r>
            <a:r>
              <a:rPr lang="en-US" dirty="0" err="1">
                <a:latin typeface="Arial"/>
                <a:cs typeface="Arial"/>
              </a:rPr>
              <a:t>ajustar</a:t>
            </a:r>
            <a:r>
              <a:rPr lang="en-US" dirty="0">
                <a:latin typeface="Arial"/>
                <a:cs typeface="Arial"/>
              </a:rPr>
              <a:t> </a:t>
            </a:r>
            <a:r>
              <a:rPr lang="en-US" dirty="0" err="1">
                <a:latin typeface="Arial"/>
                <a:cs typeface="Arial"/>
              </a:rPr>
              <a:t>el</a:t>
            </a:r>
            <a:r>
              <a:rPr lang="en-US" dirty="0">
                <a:latin typeface="Arial"/>
                <a:cs typeface="Arial"/>
              </a:rPr>
              <a:t> ratio a 0.25 </a:t>
            </a:r>
            <a:r>
              <a:rPr lang="en-US" dirty="0" err="1">
                <a:latin typeface="Arial"/>
                <a:cs typeface="Arial"/>
              </a:rPr>
              <a:t>en</a:t>
            </a:r>
            <a:r>
              <a:rPr lang="en-US" dirty="0">
                <a:latin typeface="Arial"/>
                <a:cs typeface="Arial"/>
              </a:rPr>
              <a:t> </a:t>
            </a:r>
            <a:r>
              <a:rPr lang="en-US" dirty="0" err="1">
                <a:latin typeface="Arial"/>
                <a:cs typeface="Arial"/>
              </a:rPr>
              <a:t>cada</a:t>
            </a:r>
            <a:r>
              <a:rPr lang="en-US" dirty="0">
                <a:latin typeface="Arial"/>
                <a:cs typeface="Arial"/>
              </a:rPr>
              <a:t> </a:t>
            </a:r>
            <a:r>
              <a:rPr lang="en-US" dirty="0" err="1">
                <a:latin typeface="Arial"/>
                <a:cs typeface="Arial"/>
              </a:rPr>
              <a:t>salida</a:t>
            </a:r>
            <a:r>
              <a:rPr lang="en-US" dirty="0">
                <a:latin typeface="Arial"/>
                <a:cs typeface="Arial"/>
              </a:rPr>
              <a:t>. </a:t>
            </a:r>
            <a:r>
              <a:rPr lang="en-US" dirty="0" err="1">
                <a:latin typeface="Arial"/>
                <a:cs typeface="Arial"/>
              </a:rPr>
              <a:t>Además</a:t>
            </a:r>
            <a:r>
              <a:rPr lang="en-US" dirty="0">
                <a:latin typeface="Arial"/>
                <a:cs typeface="Arial"/>
              </a:rPr>
              <a:t>, se ha </a:t>
            </a:r>
            <a:r>
              <a:rPr lang="en-US" dirty="0" err="1">
                <a:latin typeface="Arial"/>
                <a:cs typeface="Arial"/>
              </a:rPr>
              <a:t>tratado</a:t>
            </a:r>
            <a:r>
              <a:rPr lang="en-US" dirty="0">
                <a:latin typeface="Arial"/>
                <a:cs typeface="Arial"/>
              </a:rPr>
              <a:t> de forma </a:t>
            </a:r>
            <a:r>
              <a:rPr lang="en-US" dirty="0" err="1">
                <a:latin typeface="Arial"/>
                <a:cs typeface="Arial"/>
              </a:rPr>
              <a:t>diferente</a:t>
            </a:r>
            <a:r>
              <a:rPr lang="en-US" dirty="0">
                <a:latin typeface="Arial"/>
                <a:cs typeface="Arial"/>
              </a:rPr>
              <a:t> las </a:t>
            </a:r>
            <a:r>
              <a:rPr lang="en-US" dirty="0" err="1">
                <a:latin typeface="Arial"/>
                <a:cs typeface="Arial"/>
              </a:rPr>
              <a:t>posiciones</a:t>
            </a:r>
            <a:r>
              <a:rPr lang="en-US" dirty="0">
                <a:latin typeface="Arial"/>
                <a:cs typeface="Arial"/>
              </a:rPr>
              <a:t> de las </a:t>
            </a:r>
            <a:r>
              <a:rPr lang="en-US" dirty="0" err="1">
                <a:latin typeface="Arial"/>
                <a:cs typeface="Arial"/>
              </a:rPr>
              <a:t>guías</a:t>
            </a:r>
            <a:r>
              <a:rPr lang="en-US" dirty="0">
                <a:latin typeface="Arial"/>
                <a:cs typeface="Arial"/>
              </a:rPr>
              <a:t> </a:t>
            </a:r>
            <a:r>
              <a:rPr lang="en-US" dirty="0" err="1">
                <a:latin typeface="Arial"/>
                <a:cs typeface="Arial"/>
              </a:rPr>
              <a:t>centrales</a:t>
            </a:r>
            <a:r>
              <a:rPr lang="en-US" dirty="0">
                <a:latin typeface="Arial"/>
                <a:cs typeface="Arial"/>
              </a:rPr>
              <a:t> y la de las </a:t>
            </a:r>
            <a:r>
              <a:rPr lang="en-US" dirty="0" err="1">
                <a:latin typeface="Arial"/>
                <a:cs typeface="Arial"/>
              </a:rPr>
              <a:t>guías</a:t>
            </a:r>
            <a:r>
              <a:rPr lang="en-US" dirty="0">
                <a:latin typeface="Arial"/>
                <a:cs typeface="Arial"/>
              </a:rPr>
              <a:t> </a:t>
            </a:r>
            <a:r>
              <a:rPr lang="en-US" dirty="0" err="1">
                <a:latin typeface="Arial"/>
                <a:cs typeface="Arial"/>
              </a:rPr>
              <a:t>laterales</a:t>
            </a:r>
            <a:r>
              <a:rPr lang="en-US" dirty="0">
                <a:latin typeface="Arial"/>
                <a:cs typeface="Arial"/>
              </a:rPr>
              <a:t> para </a:t>
            </a:r>
            <a:r>
              <a:rPr lang="en-US" dirty="0" err="1">
                <a:latin typeface="Arial"/>
                <a:cs typeface="Arial"/>
              </a:rPr>
              <a:t>poder</a:t>
            </a:r>
            <a:r>
              <a:rPr lang="en-US" dirty="0">
                <a:latin typeface="Arial"/>
                <a:cs typeface="Arial"/>
              </a:rPr>
              <a:t> </a:t>
            </a:r>
            <a:r>
              <a:rPr lang="en-US" dirty="0" err="1">
                <a:latin typeface="Arial"/>
                <a:cs typeface="Arial"/>
              </a:rPr>
              <a:t>ajustar</a:t>
            </a:r>
            <a:r>
              <a:rPr lang="en-US" dirty="0">
                <a:latin typeface="Arial"/>
                <a:cs typeface="Arial"/>
              </a:rPr>
              <a:t> </a:t>
            </a:r>
            <a:r>
              <a:rPr lang="en-US" dirty="0" err="1">
                <a:latin typeface="Arial"/>
                <a:cs typeface="Arial"/>
              </a:rPr>
              <a:t>mejor</a:t>
            </a:r>
            <a:r>
              <a:rPr lang="en-US" dirty="0">
                <a:latin typeface="Arial"/>
                <a:cs typeface="Arial"/>
              </a:rPr>
              <a:t>.</a:t>
            </a:r>
            <a:endParaRPr lang="en-US"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AFB86587-21D4-5A33-7D00-DDF170C919BA}"/>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88545039-967F-00FE-90C6-4E670B8C33CA}"/>
              </a:ext>
            </a:extLst>
          </p:cNvPr>
          <p:cNvPicPr>
            <a:picLocks noChangeAspect="1"/>
          </p:cNvPicPr>
          <p:nvPr/>
        </p:nvPicPr>
        <p:blipFill>
          <a:blip r:embed="rId4"/>
          <a:stretch>
            <a:fillRect/>
          </a:stretch>
        </p:blipFill>
        <p:spPr>
          <a:xfrm>
            <a:off x="5377180" y="1744292"/>
            <a:ext cx="6076950" cy="2695575"/>
          </a:xfrm>
          <a:prstGeom prst="rect">
            <a:avLst/>
          </a:prstGeom>
        </p:spPr>
      </p:pic>
      <p:sp>
        <p:nvSpPr>
          <p:cNvPr id="9" name="CuadroTexto 8">
            <a:extLst>
              <a:ext uri="{FF2B5EF4-FFF2-40B4-BE49-F238E27FC236}">
                <a16:creationId xmlns:a16="http://schemas.microsoft.com/office/drawing/2014/main" id="{1A74C5C1-827A-A634-942B-F744494A8096}"/>
              </a:ext>
            </a:extLst>
          </p:cNvPr>
          <p:cNvSpPr txBox="1"/>
          <p:nvPr/>
        </p:nvSpPr>
        <p:spPr>
          <a:xfrm>
            <a:off x="685800" y="1522634"/>
            <a:ext cx="4954905" cy="3139321"/>
          </a:xfrm>
          <a:prstGeom prst="rect">
            <a:avLst/>
          </a:prstGeom>
          <a:noFill/>
        </p:spPr>
        <p:txBody>
          <a:bodyPr wrap="square">
            <a:spAutoFit/>
          </a:bodyPr>
          <a:lstStyle/>
          <a:p>
            <a:r>
              <a:rPr lang="en-US" b="0" i="0">
                <a:effectLst/>
                <a:latin typeface="Consolas" panose="020B0609020204030204" pitchFamily="49" charset="0"/>
              </a:rPr>
              <a:t>------- </a:t>
            </a:r>
            <a:r>
              <a:rPr lang="en-US" b="0" i="0" err="1">
                <a:effectLst/>
                <a:latin typeface="Consolas" panose="020B0609020204030204" pitchFamily="49" charset="0"/>
              </a:rPr>
              <a:t>Pameters</a:t>
            </a:r>
            <a:r>
              <a:rPr lang="en-US" b="0" i="0">
                <a:effectLst/>
                <a:latin typeface="Consolas" panose="020B0609020204030204" pitchFamily="49" charset="0"/>
              </a:rPr>
              <a:t> ------- MMI length 41.0886 MMI length increment -1.0000 IO </a:t>
            </a:r>
            <a:r>
              <a:rPr lang="en-US" b="0" i="0" err="1">
                <a:effectLst/>
                <a:latin typeface="Consolas" panose="020B0609020204030204" pitchFamily="49" charset="0"/>
              </a:rPr>
              <a:t>wg</a:t>
            </a:r>
            <a:r>
              <a:rPr lang="en-US" b="0" i="0">
                <a:effectLst/>
                <a:latin typeface="Consolas" panose="020B0609020204030204" pitchFamily="49" charset="0"/>
              </a:rPr>
              <a:t> width 1.0000 IO </a:t>
            </a:r>
            <a:r>
              <a:rPr lang="en-US" b="0" i="0" err="1">
                <a:effectLst/>
                <a:latin typeface="Consolas" panose="020B0609020204030204" pitchFamily="49" charset="0"/>
              </a:rPr>
              <a:t>wg</a:t>
            </a:r>
            <a:r>
              <a:rPr lang="en-US" b="0" i="0">
                <a:effectLst/>
                <a:latin typeface="Consolas" panose="020B0609020204030204" pitchFamily="49" charset="0"/>
              </a:rPr>
              <a:t> width increment 1.1000 ------------------------ Total power IN coupled 0.9953 Total OUT power: 0.9880 Excess loss [dB] = 0.0526 ------------------------ Power over OUTs: ['0.2417', '0.2524', '0.2524', '0.2416'] Ratio over OUTs ['0.2446', '0.2554', '0.2555', '0.2445']</a:t>
            </a:r>
            <a:endParaRPr lang="es-ES"/>
          </a:p>
        </p:txBody>
      </p:sp>
    </p:spTree>
    <p:extLst>
      <p:ext uri="{BB962C8B-B14F-4D97-AF65-F5344CB8AC3E}">
        <p14:creationId xmlns:p14="http://schemas.microsoft.com/office/powerpoint/2010/main" val="6998643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a:t>Extra #1 – Directional coupler gap dependence</a:t>
            </a:r>
            <a:br>
              <a:rPr lang="en-US" sz="2500"/>
            </a:br>
            <a:r>
              <a:rPr lang="en-US" b="0"/>
              <a:t>Wavelength 1.55 µm, width 1.0 µm, </a:t>
            </a:r>
            <a:r>
              <a:rPr lang="en-US"/>
              <a:t>gap 0.2-2.4 µm </a:t>
            </a:r>
            <a:r>
              <a:rPr lang="en-US" b="0"/>
              <a:t>(step 0.2 µm)</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23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n-US" dirty="0">
                <a:latin typeface="Arial"/>
                <a:cs typeface="Arial"/>
              </a:rPr>
              <a:t>Al </a:t>
            </a:r>
            <a:r>
              <a:rPr lang="en-US" dirty="0" err="1">
                <a:latin typeface="Arial"/>
                <a:cs typeface="Arial"/>
              </a:rPr>
              <a:t>aumentar</a:t>
            </a:r>
            <a:r>
              <a:rPr lang="en-US" dirty="0">
                <a:latin typeface="Arial"/>
                <a:cs typeface="Arial"/>
              </a:rPr>
              <a:t> </a:t>
            </a:r>
            <a:r>
              <a:rPr lang="en-US" dirty="0" err="1">
                <a:latin typeface="Arial"/>
                <a:cs typeface="Arial"/>
              </a:rPr>
              <a:t>el</a:t>
            </a:r>
            <a:r>
              <a:rPr lang="en-US" dirty="0">
                <a:latin typeface="Arial"/>
                <a:cs typeface="Arial"/>
              </a:rPr>
              <a:t> gap entre las </a:t>
            </a:r>
            <a:r>
              <a:rPr lang="en-US" dirty="0" err="1">
                <a:latin typeface="Arial"/>
                <a:cs typeface="Arial"/>
              </a:rPr>
              <a:t>guías</a:t>
            </a:r>
            <a:r>
              <a:rPr lang="en-US" dirty="0">
                <a:latin typeface="Arial"/>
                <a:cs typeface="Arial"/>
              </a:rPr>
              <a:t> </a:t>
            </a:r>
            <a:r>
              <a:rPr lang="en-US" dirty="0" err="1">
                <a:latin typeface="Arial"/>
                <a:cs typeface="Arial"/>
              </a:rPr>
              <a:t>disminuye</a:t>
            </a:r>
            <a:r>
              <a:rPr lang="en-US" dirty="0">
                <a:latin typeface="Arial"/>
                <a:cs typeface="Arial"/>
              </a:rPr>
              <a:t> </a:t>
            </a:r>
            <a:r>
              <a:rPr lang="en-US" dirty="0" err="1">
                <a:latin typeface="Arial"/>
                <a:cs typeface="Arial"/>
              </a:rPr>
              <a:t>el</a:t>
            </a:r>
            <a:r>
              <a:rPr lang="en-US" dirty="0">
                <a:latin typeface="Arial"/>
                <a:cs typeface="Arial"/>
              </a:rPr>
              <a:t> </a:t>
            </a:r>
            <a:r>
              <a:rPr lang="en-US" dirty="0" err="1">
                <a:latin typeface="Arial"/>
                <a:cs typeface="Arial"/>
              </a:rPr>
              <a:t>acoplamiento</a:t>
            </a:r>
            <a:r>
              <a:rPr lang="en-US" dirty="0">
                <a:latin typeface="Arial"/>
                <a:cs typeface="Arial"/>
              </a:rPr>
              <a:t> </a:t>
            </a:r>
            <a:r>
              <a:rPr lang="en-US" dirty="0" err="1">
                <a:latin typeface="Arial"/>
                <a:cs typeface="Arial"/>
              </a:rPr>
              <a:t>evanescente</a:t>
            </a:r>
            <a:r>
              <a:rPr lang="en-US" dirty="0">
                <a:latin typeface="Arial"/>
                <a:cs typeface="Arial"/>
              </a:rPr>
              <a:t> y, </a:t>
            </a:r>
            <a:r>
              <a:rPr lang="en-US" dirty="0" err="1">
                <a:latin typeface="Arial"/>
                <a:cs typeface="Arial"/>
              </a:rPr>
              <a:t>en</a:t>
            </a:r>
            <a:r>
              <a:rPr lang="en-US" dirty="0">
                <a:latin typeface="Arial"/>
                <a:cs typeface="Arial"/>
              </a:rPr>
              <a:t> </a:t>
            </a:r>
            <a:r>
              <a:rPr lang="en-US" dirty="0" err="1">
                <a:latin typeface="Arial"/>
                <a:cs typeface="Arial"/>
              </a:rPr>
              <a:t>consecuencia</a:t>
            </a:r>
            <a:r>
              <a:rPr lang="en-US" dirty="0">
                <a:latin typeface="Arial"/>
                <a:cs typeface="Arial"/>
              </a:rPr>
              <a:t>, </a:t>
            </a:r>
            <a:r>
              <a:rPr lang="en-US" dirty="0" err="1">
                <a:latin typeface="Arial"/>
                <a:cs typeface="Arial"/>
              </a:rPr>
              <a:t>aumenta</a:t>
            </a:r>
            <a:r>
              <a:rPr lang="en-US" dirty="0">
                <a:latin typeface="Arial"/>
                <a:cs typeface="Arial"/>
              </a:rPr>
              <a:t> la </a:t>
            </a:r>
            <a:r>
              <a:rPr lang="en-US" dirty="0" err="1">
                <a:latin typeface="Arial"/>
                <a:cs typeface="Arial"/>
              </a:rPr>
              <a:t>longitud</a:t>
            </a:r>
            <a:r>
              <a:rPr lang="en-US" dirty="0">
                <a:latin typeface="Arial"/>
                <a:cs typeface="Arial"/>
              </a:rPr>
              <a:t> de batido. </a:t>
            </a:r>
            <a:r>
              <a:rPr lang="en-US" dirty="0" err="1">
                <a:latin typeface="Arial"/>
                <a:cs typeface="Arial"/>
              </a:rPr>
              <a:t>Además</a:t>
            </a:r>
            <a:r>
              <a:rPr lang="en-US" dirty="0">
                <a:latin typeface="Arial"/>
                <a:cs typeface="Arial"/>
              </a:rPr>
              <a:t>, se </a:t>
            </a:r>
            <a:r>
              <a:rPr lang="en-US" dirty="0" err="1">
                <a:latin typeface="Arial"/>
                <a:cs typeface="Arial"/>
              </a:rPr>
              <a:t>observa</a:t>
            </a:r>
            <a:r>
              <a:rPr lang="en-US" dirty="0">
                <a:latin typeface="Arial"/>
                <a:cs typeface="Arial"/>
              </a:rPr>
              <a:t> </a:t>
            </a:r>
            <a:r>
              <a:rPr lang="en-US" dirty="0" err="1">
                <a:latin typeface="Arial"/>
                <a:cs typeface="Arial"/>
              </a:rPr>
              <a:t>que</a:t>
            </a:r>
            <a:r>
              <a:rPr lang="en-US" dirty="0">
                <a:latin typeface="Arial"/>
                <a:cs typeface="Arial"/>
              </a:rPr>
              <a:t> </a:t>
            </a:r>
            <a:r>
              <a:rPr lang="en-US" dirty="0" err="1">
                <a:latin typeface="Arial"/>
                <a:cs typeface="Arial"/>
              </a:rPr>
              <a:t>los</a:t>
            </a:r>
            <a:r>
              <a:rPr lang="en-US" dirty="0">
                <a:latin typeface="Arial"/>
                <a:cs typeface="Arial"/>
              </a:rPr>
              <a:t> </a:t>
            </a:r>
            <a:r>
              <a:rPr lang="en-US" dirty="0" err="1">
                <a:latin typeface="Arial"/>
                <a:cs typeface="Arial"/>
              </a:rPr>
              <a:t>valores</a:t>
            </a:r>
            <a:r>
              <a:rPr lang="en-US" dirty="0">
                <a:latin typeface="Arial"/>
                <a:cs typeface="Arial"/>
              </a:rPr>
              <a:t> de </a:t>
            </a:r>
            <a:r>
              <a:rPr lang="en-US" dirty="0" err="1">
                <a:latin typeface="Arial"/>
                <a:cs typeface="Arial"/>
              </a:rPr>
              <a:t>Lpi</a:t>
            </a:r>
            <a:r>
              <a:rPr lang="en-US" dirty="0">
                <a:latin typeface="Arial"/>
                <a:cs typeface="Arial"/>
              </a:rPr>
              <a:t> son </a:t>
            </a:r>
            <a:r>
              <a:rPr lang="en-US" dirty="0" err="1">
                <a:latin typeface="Arial"/>
                <a:cs typeface="Arial"/>
              </a:rPr>
              <a:t>mayores</a:t>
            </a:r>
            <a:r>
              <a:rPr lang="en-US" dirty="0">
                <a:latin typeface="Arial"/>
                <a:cs typeface="Arial"/>
              </a:rPr>
              <a:t> para la </a:t>
            </a:r>
            <a:r>
              <a:rPr lang="en-US" dirty="0" err="1">
                <a:latin typeface="Arial"/>
                <a:cs typeface="Arial"/>
              </a:rPr>
              <a:t>polarización</a:t>
            </a:r>
            <a:r>
              <a:rPr lang="en-US" dirty="0">
                <a:latin typeface="Arial"/>
                <a:cs typeface="Arial"/>
              </a:rPr>
              <a:t> TE </a:t>
            </a:r>
            <a:r>
              <a:rPr lang="en-US" dirty="0" err="1">
                <a:latin typeface="Arial"/>
                <a:cs typeface="Arial"/>
              </a:rPr>
              <a:t>que</a:t>
            </a:r>
            <a:r>
              <a:rPr lang="en-US" dirty="0">
                <a:latin typeface="Arial"/>
                <a:cs typeface="Arial"/>
              </a:rPr>
              <a:t> para TM. Esto se </a:t>
            </a:r>
            <a:r>
              <a:rPr lang="en-US" dirty="0" err="1">
                <a:latin typeface="Arial"/>
                <a:cs typeface="Arial"/>
              </a:rPr>
              <a:t>debe</a:t>
            </a:r>
            <a:r>
              <a:rPr lang="en-US" dirty="0">
                <a:latin typeface="Arial"/>
                <a:cs typeface="Arial"/>
              </a:rPr>
              <a:t> a </a:t>
            </a:r>
            <a:r>
              <a:rPr lang="en-US" dirty="0" err="1">
                <a:latin typeface="Arial"/>
                <a:cs typeface="Arial"/>
              </a:rPr>
              <a:t>que</a:t>
            </a:r>
            <a:r>
              <a:rPr lang="en-US" dirty="0">
                <a:latin typeface="Arial"/>
                <a:cs typeface="Arial"/>
              </a:rPr>
              <a:t> </a:t>
            </a:r>
            <a:r>
              <a:rPr lang="en-US" dirty="0" err="1">
                <a:latin typeface="Arial"/>
                <a:cs typeface="Arial"/>
              </a:rPr>
              <a:t>los</a:t>
            </a:r>
            <a:r>
              <a:rPr lang="en-US" dirty="0">
                <a:latin typeface="Arial"/>
                <a:cs typeface="Arial"/>
              </a:rPr>
              <a:t> </a:t>
            </a:r>
            <a:r>
              <a:rPr lang="en-US" dirty="0" err="1">
                <a:latin typeface="Arial"/>
                <a:cs typeface="Arial"/>
              </a:rPr>
              <a:t>modos</a:t>
            </a:r>
            <a:r>
              <a:rPr lang="en-US" dirty="0">
                <a:latin typeface="Arial"/>
                <a:cs typeface="Arial"/>
              </a:rPr>
              <a:t> TE </a:t>
            </a:r>
            <a:r>
              <a:rPr lang="en-US" dirty="0" err="1">
                <a:latin typeface="Arial"/>
                <a:cs typeface="Arial"/>
              </a:rPr>
              <a:t>están</a:t>
            </a:r>
            <a:r>
              <a:rPr lang="en-US" dirty="0">
                <a:latin typeface="Arial"/>
                <a:cs typeface="Arial"/>
              </a:rPr>
              <a:t> </a:t>
            </a:r>
            <a:r>
              <a:rPr lang="en-US" dirty="0" err="1">
                <a:latin typeface="Arial"/>
                <a:cs typeface="Arial"/>
              </a:rPr>
              <a:t>más</a:t>
            </a:r>
            <a:r>
              <a:rPr lang="en-US" dirty="0">
                <a:latin typeface="Arial"/>
                <a:cs typeface="Arial"/>
              </a:rPr>
              <a:t> </a:t>
            </a:r>
            <a:r>
              <a:rPr lang="en-US" dirty="0" err="1">
                <a:latin typeface="Arial"/>
                <a:cs typeface="Arial"/>
              </a:rPr>
              <a:t>confinados</a:t>
            </a:r>
            <a:r>
              <a:rPr lang="en-US" dirty="0">
                <a:latin typeface="Arial"/>
                <a:cs typeface="Arial"/>
              </a:rPr>
              <a:t> </a:t>
            </a:r>
            <a:r>
              <a:rPr lang="en-US" dirty="0" err="1">
                <a:latin typeface="Arial"/>
                <a:cs typeface="Arial"/>
              </a:rPr>
              <a:t>en</a:t>
            </a:r>
            <a:r>
              <a:rPr lang="en-US" dirty="0">
                <a:latin typeface="Arial"/>
                <a:cs typeface="Arial"/>
              </a:rPr>
              <a:t> la </a:t>
            </a:r>
            <a:r>
              <a:rPr lang="en-US" dirty="0" err="1">
                <a:latin typeface="Arial"/>
                <a:cs typeface="Arial"/>
              </a:rPr>
              <a:t>guía</a:t>
            </a:r>
            <a:r>
              <a:rPr lang="en-US" dirty="0">
                <a:latin typeface="Arial"/>
                <a:cs typeface="Arial"/>
              </a:rPr>
              <a:t>, </a:t>
            </a:r>
            <a:r>
              <a:rPr lang="en-US" dirty="0" err="1">
                <a:latin typeface="Arial"/>
                <a:cs typeface="Arial"/>
              </a:rPr>
              <a:t>presentan</a:t>
            </a:r>
            <a:r>
              <a:rPr lang="en-US" dirty="0">
                <a:latin typeface="Arial"/>
                <a:cs typeface="Arial"/>
              </a:rPr>
              <a:t> un campo </a:t>
            </a:r>
            <a:r>
              <a:rPr lang="en-US" dirty="0" err="1">
                <a:latin typeface="Arial"/>
                <a:cs typeface="Arial"/>
              </a:rPr>
              <a:t>evanescente</a:t>
            </a:r>
            <a:r>
              <a:rPr lang="en-US" dirty="0">
                <a:latin typeface="Arial"/>
                <a:cs typeface="Arial"/>
              </a:rPr>
              <a:t> lateral </a:t>
            </a:r>
            <a:r>
              <a:rPr lang="en-US" dirty="0" err="1">
                <a:latin typeface="Arial"/>
                <a:cs typeface="Arial"/>
              </a:rPr>
              <a:t>más</a:t>
            </a:r>
            <a:r>
              <a:rPr lang="en-US" dirty="0">
                <a:latin typeface="Arial"/>
                <a:cs typeface="Arial"/>
              </a:rPr>
              <a:t> </a:t>
            </a:r>
            <a:r>
              <a:rPr lang="en-US" dirty="0" err="1">
                <a:latin typeface="Arial"/>
                <a:cs typeface="Arial"/>
              </a:rPr>
              <a:t>reducido</a:t>
            </a:r>
            <a:r>
              <a:rPr lang="en-US" dirty="0">
                <a:latin typeface="Arial"/>
                <a:cs typeface="Arial"/>
              </a:rPr>
              <a:t> y, </a:t>
            </a:r>
            <a:r>
              <a:rPr lang="en-US" dirty="0" err="1">
                <a:latin typeface="Arial"/>
                <a:cs typeface="Arial"/>
              </a:rPr>
              <a:t>por</a:t>
            </a:r>
            <a:r>
              <a:rPr lang="en-US" dirty="0">
                <a:latin typeface="Arial"/>
                <a:cs typeface="Arial"/>
              </a:rPr>
              <a:t> tanto, un </a:t>
            </a:r>
            <a:r>
              <a:rPr lang="en-US" dirty="0" err="1">
                <a:latin typeface="Arial"/>
                <a:cs typeface="Arial"/>
              </a:rPr>
              <a:t>menor</a:t>
            </a:r>
            <a:r>
              <a:rPr lang="en-US" dirty="0">
                <a:latin typeface="Arial"/>
                <a:cs typeface="Arial"/>
              </a:rPr>
              <a:t> </a:t>
            </a:r>
            <a:r>
              <a:rPr lang="en-US" dirty="0" err="1">
                <a:latin typeface="Arial"/>
                <a:cs typeface="Arial"/>
              </a:rPr>
              <a:t>coeficiente</a:t>
            </a:r>
            <a:r>
              <a:rPr lang="en-US" dirty="0">
                <a:latin typeface="Arial"/>
                <a:cs typeface="Arial"/>
              </a:rPr>
              <a:t> de </a:t>
            </a:r>
            <a:r>
              <a:rPr lang="en-US" dirty="0" err="1">
                <a:latin typeface="Arial"/>
                <a:cs typeface="Arial"/>
              </a:rPr>
              <a:t>acoplo</a:t>
            </a:r>
            <a:r>
              <a:rPr lang="en-US" dirty="0">
                <a:latin typeface="Arial"/>
                <a:cs typeface="Arial"/>
              </a:rPr>
              <a:t>. </a:t>
            </a:r>
            <a:endParaRPr lang="es-ES" dirty="0">
              <a:latin typeface="Arial"/>
              <a:cs typeface="Arial"/>
            </a:endParaRPr>
          </a:p>
        </p:txBody>
      </p:sp>
      <p:sp>
        <p:nvSpPr>
          <p:cNvPr id="5" name="Rectángulo 4">
            <a:extLst>
              <a:ext uri="{FF2B5EF4-FFF2-40B4-BE49-F238E27FC236}">
                <a16:creationId xmlns:a16="http://schemas.microsoft.com/office/drawing/2014/main" id="{E7488849-10A1-FB48-F511-E57B062CD7E2}"/>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68726DAB-1B5F-39D1-63A0-BB708EA6E17F}"/>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6D309BFB-98FD-0CBA-3C6A-346D8859893B}"/>
              </a:ext>
            </a:extLst>
          </p:cNvPr>
          <p:cNvSpPr txBox="1"/>
          <p:nvPr/>
        </p:nvSpPr>
        <p:spPr>
          <a:xfrm>
            <a:off x="8245677" y="1113203"/>
            <a:ext cx="2269787" cy="369332"/>
          </a:xfrm>
          <a:prstGeom prst="rect">
            <a:avLst/>
          </a:prstGeom>
          <a:noFill/>
        </p:spPr>
        <p:txBody>
          <a:bodyPr wrap="square">
            <a:spAutoFit/>
          </a:bodyPr>
          <a:lstStyle/>
          <a:p>
            <a:r>
              <a:rPr lang="en-US"/>
              <a:t>slab = 150nm</a:t>
            </a:r>
            <a:endParaRPr lang="es-ES"/>
          </a:p>
        </p:txBody>
      </p:sp>
      <mc:AlternateContent xmlns:mc="http://schemas.openxmlformats.org/markup-compatibility/2006">
        <mc:Choice xmlns:a14="http://schemas.microsoft.com/office/drawing/2010/main" Requires="a14">
          <p:sp>
            <p:nvSpPr>
              <p:cNvPr id="8" name="CuadroTexto 7">
                <a:extLst>
                  <a:ext uri="{FF2B5EF4-FFF2-40B4-BE49-F238E27FC236}">
                    <a16:creationId xmlns:a16="http://schemas.microsoft.com/office/drawing/2014/main" id="{E9BD6C85-02F1-7B54-41E3-E3D9883786D8}"/>
                  </a:ext>
                </a:extLst>
              </p:cNvPr>
              <p:cNvSpPr txBox="1"/>
              <p:nvPr/>
            </p:nvSpPr>
            <p:spPr>
              <a:xfrm>
                <a:off x="1079403" y="2709096"/>
                <a:ext cx="4546634" cy="923330"/>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gap for TE and TM plot here</a:t>
                </a:r>
              </a:p>
            </p:txBody>
          </p:sp>
        </mc:Choice>
        <mc:Fallback>
          <p:sp>
            <p:nvSpPr>
              <p:cNvPr id="8" name="CuadroTexto 7">
                <a:extLst>
                  <a:ext uri="{FF2B5EF4-FFF2-40B4-BE49-F238E27FC236}">
                    <a16:creationId xmlns:a16="http://schemas.microsoft.com/office/drawing/2014/main" id="{E9BD6C85-02F1-7B54-41E3-E3D9883786D8}"/>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4"/>
                <a:stretch>
                  <a:fillRect t="-3289" b="-9211"/>
                </a:stretch>
              </a:blipFill>
            </p:spPr>
            <p:txBody>
              <a:bodyPr/>
              <a:lstStyle/>
              <a:p>
                <a:r>
                  <a:rPr lang="es-ES">
                    <a:noFill/>
                  </a:rPr>
                  <a:t> </a:t>
                </a:r>
              </a:p>
            </p:txBody>
          </p:sp>
        </mc:Fallback>
      </mc:AlternateContent>
      <mc:AlternateContent xmlns:mc="http://schemas.openxmlformats.org/markup-compatibility/2006">
        <mc:Choice xmlns:a14="http://schemas.microsoft.com/office/drawing/2010/main" Requires="a14">
          <p:sp>
            <p:nvSpPr>
              <p:cNvPr id="9" name="CuadroTexto 8">
                <a:extLst>
                  <a:ext uri="{FF2B5EF4-FFF2-40B4-BE49-F238E27FC236}">
                    <a16:creationId xmlns:a16="http://schemas.microsoft.com/office/drawing/2014/main" id="{7431A41C-EEB3-44D0-4622-A915E258C8F0}"/>
                  </a:ext>
                </a:extLst>
              </p:cNvPr>
              <p:cNvSpPr txBox="1"/>
              <p:nvPr/>
            </p:nvSpPr>
            <p:spPr>
              <a:xfrm>
                <a:off x="6883366" y="2709096"/>
                <a:ext cx="4546634" cy="923330"/>
              </a:xfrm>
              <a:prstGeom prst="rect">
                <a:avLst/>
              </a:prstGeom>
              <a:noFill/>
            </p:spPr>
            <p:txBody>
              <a:bodyPr wrap="square" rtlCol="0">
                <a:spAutoFit/>
              </a:bodyPr>
              <a:lstStyle/>
              <a:p>
                <a:pPr algn="ctr"/>
                <a:r>
                  <a:rPr lang="en-US" b="1"/>
                  <a:t>shallow</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gap for TE and TM plot here</a:t>
                </a:r>
              </a:p>
            </p:txBody>
          </p:sp>
        </mc:Choice>
        <mc:Fallback>
          <p:sp>
            <p:nvSpPr>
              <p:cNvPr id="9" name="CuadroTexto 8">
                <a:extLst>
                  <a:ext uri="{FF2B5EF4-FFF2-40B4-BE49-F238E27FC236}">
                    <a16:creationId xmlns:a16="http://schemas.microsoft.com/office/drawing/2014/main" id="{7431A41C-EEB3-44D0-4622-A915E258C8F0}"/>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5"/>
                <a:stretch>
                  <a:fillRect t="-3289" b="-9211"/>
                </a:stretch>
              </a:blipFill>
            </p:spPr>
            <p:txBody>
              <a:bodyPr/>
              <a:lstStyle/>
              <a:p>
                <a:r>
                  <a:rPr lang="es-ES">
                    <a:noFill/>
                  </a:rPr>
                  <a:t> </a:t>
                </a:r>
              </a:p>
            </p:txBody>
          </p:sp>
        </mc:Fallback>
      </mc:AlternateContent>
      <p:pic>
        <p:nvPicPr>
          <p:cNvPr id="10" name="Imagen 9">
            <a:extLst>
              <a:ext uri="{FF2B5EF4-FFF2-40B4-BE49-F238E27FC236}">
                <a16:creationId xmlns:a16="http://schemas.microsoft.com/office/drawing/2014/main" id="{4C4A4540-0BF1-ED87-EE74-14D4B4F2E54D}"/>
              </a:ext>
            </a:extLst>
          </p:cNvPr>
          <p:cNvPicPr>
            <a:picLocks noChangeAspect="1"/>
          </p:cNvPicPr>
          <p:nvPr/>
        </p:nvPicPr>
        <p:blipFill>
          <a:blip r:embed="rId6"/>
          <a:stretch>
            <a:fillRect/>
          </a:stretch>
        </p:blipFill>
        <p:spPr>
          <a:xfrm>
            <a:off x="1243578" y="1485990"/>
            <a:ext cx="4213006" cy="3220211"/>
          </a:xfrm>
          <a:prstGeom prst="rect">
            <a:avLst/>
          </a:prstGeom>
        </p:spPr>
      </p:pic>
      <p:pic>
        <p:nvPicPr>
          <p:cNvPr id="14" name="Imagen 13">
            <a:extLst>
              <a:ext uri="{FF2B5EF4-FFF2-40B4-BE49-F238E27FC236}">
                <a16:creationId xmlns:a16="http://schemas.microsoft.com/office/drawing/2014/main" id="{FA26ACFD-4B45-15E1-E76C-9228F023F499}"/>
              </a:ext>
            </a:extLst>
          </p:cNvPr>
          <p:cNvPicPr>
            <a:picLocks noChangeAspect="1"/>
          </p:cNvPicPr>
          <p:nvPr/>
        </p:nvPicPr>
        <p:blipFill>
          <a:blip r:embed="rId7"/>
          <a:stretch>
            <a:fillRect/>
          </a:stretch>
        </p:blipFill>
        <p:spPr>
          <a:xfrm>
            <a:off x="6883366" y="1498925"/>
            <a:ext cx="4386574" cy="3217318"/>
          </a:xfrm>
          <a:prstGeom prst="rect">
            <a:avLst/>
          </a:prstGeom>
        </p:spPr>
      </p:pic>
    </p:spTree>
    <p:extLst>
      <p:ext uri="{BB962C8B-B14F-4D97-AF65-F5344CB8AC3E}">
        <p14:creationId xmlns:p14="http://schemas.microsoft.com/office/powerpoint/2010/main" val="1797963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60F79-E2ED-1B1B-6289-A1259E80858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AC39480-E3E5-69B1-401F-A50C45531EF2}"/>
              </a:ext>
            </a:extLst>
          </p:cNvPr>
          <p:cNvSpPr txBox="1">
            <a:spLocks noGrp="1"/>
          </p:cNvSpPr>
          <p:nvPr>
            <p:ph type="title"/>
          </p:nvPr>
        </p:nvSpPr>
        <p:spPr>
          <a:xfrm>
            <a:off x="685800" y="408883"/>
            <a:ext cx="10994410" cy="1474763"/>
          </a:xfrm>
          <a:prstGeom prst="rect">
            <a:avLst/>
          </a:prstGeom>
        </p:spPr>
        <p:txBody>
          <a:bodyPr vert="horz" wrap="square" lIns="0" tIns="12700" rIns="0" bIns="0" rtlCol="0">
            <a:spAutoFit/>
          </a:bodyPr>
          <a:lstStyle/>
          <a:p>
            <a:pPr marL="12700">
              <a:lnSpc>
                <a:spcPct val="100000"/>
              </a:lnSpc>
              <a:spcBef>
                <a:spcPts val="100"/>
              </a:spcBef>
            </a:pPr>
            <a:r>
              <a:rPr lang="en-US" sz="2500"/>
              <a:t>Extra #2 – Directional wavelength dependence</a:t>
            </a:r>
            <a:br>
              <a:rPr lang="en-US" sz="2500"/>
            </a:br>
            <a:r>
              <a:rPr lang="en-US" b="0"/>
              <a:t>Wavelengths </a:t>
            </a:r>
            <a:r>
              <a:rPr lang="en-US"/>
              <a:t>from 1.5 to 1.7 µm</a:t>
            </a:r>
            <a:r>
              <a:rPr lang="en-US" b="0"/>
              <a:t>, gap = 0.6 µm, width 1.0 µm</a:t>
            </a:r>
            <a:br>
              <a:rPr lang="en-US" b="0"/>
            </a:b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4BEE8680-2E49-EF52-0E73-7736679A4D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3F99BBB-5F10-0BE4-E2DE-E78EAA82F552}"/>
              </a:ext>
            </a:extLst>
          </p:cNvPr>
          <p:cNvSpPr>
            <a:spLocks noGrp="1"/>
          </p:cNvSpPr>
          <p:nvPr>
            <p:ph type="sldNum" sz="quarter" idx="7"/>
          </p:nvPr>
        </p:nvSpPr>
        <p:spPr/>
        <p:txBody>
          <a:bodyPr/>
          <a:lstStyle/>
          <a:p>
            <a:fld id="{B6F15528-21DE-4FAA-801E-634DDDAF4B2B}" type="slidenum">
              <a:rPr lang="es-ES" smtClean="0"/>
              <a:t>24</a:t>
            </a:fld>
            <a:endParaRPr lang="es-ES"/>
          </a:p>
        </p:txBody>
      </p:sp>
      <p:sp>
        <p:nvSpPr>
          <p:cNvPr id="3" name="Marcador de pie de página 2">
            <a:extLst>
              <a:ext uri="{FF2B5EF4-FFF2-40B4-BE49-F238E27FC236}">
                <a16:creationId xmlns:a16="http://schemas.microsoft.com/office/drawing/2014/main" id="{52B2FA4B-8D15-84DC-29D1-94F9F8504763}"/>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181326FD-308E-2C47-D5D2-57B3357241AA}"/>
              </a:ext>
            </a:extLst>
          </p:cNvPr>
          <p:cNvSpPr txBox="1"/>
          <p:nvPr/>
        </p:nvSpPr>
        <p:spPr>
          <a:xfrm>
            <a:off x="493190" y="4757843"/>
            <a:ext cx="11199971" cy="1477328"/>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n-US" dirty="0">
                <a:latin typeface="Arial"/>
                <a:cs typeface="Arial"/>
              </a:rPr>
              <a:t>Al </a:t>
            </a:r>
            <a:r>
              <a:rPr lang="en-US" dirty="0" err="1">
                <a:latin typeface="Arial"/>
                <a:cs typeface="Arial"/>
              </a:rPr>
              <a:t>aumentar</a:t>
            </a:r>
            <a:r>
              <a:rPr lang="en-US" dirty="0">
                <a:latin typeface="Arial"/>
                <a:cs typeface="Arial"/>
              </a:rPr>
              <a:t> la </a:t>
            </a:r>
            <a:r>
              <a:rPr lang="en-US" dirty="0" err="1">
                <a:latin typeface="Arial"/>
                <a:cs typeface="Arial"/>
              </a:rPr>
              <a:t>longitud</a:t>
            </a:r>
            <a:r>
              <a:rPr lang="en-US" dirty="0">
                <a:latin typeface="Arial"/>
                <a:cs typeface="Arial"/>
              </a:rPr>
              <a:t> de </a:t>
            </a:r>
            <a:r>
              <a:rPr lang="en-US" dirty="0" err="1">
                <a:latin typeface="Arial"/>
                <a:cs typeface="Arial"/>
              </a:rPr>
              <a:t>onda</a:t>
            </a:r>
            <a:r>
              <a:rPr lang="en-US" dirty="0">
                <a:latin typeface="Arial"/>
                <a:cs typeface="Arial"/>
              </a:rPr>
              <a:t>, </a:t>
            </a:r>
            <a:r>
              <a:rPr lang="en-US" dirty="0" err="1">
                <a:latin typeface="Arial"/>
                <a:cs typeface="Arial"/>
              </a:rPr>
              <a:t>el</a:t>
            </a:r>
            <a:r>
              <a:rPr lang="en-US" dirty="0">
                <a:latin typeface="Arial"/>
                <a:cs typeface="Arial"/>
              </a:rPr>
              <a:t> </a:t>
            </a:r>
            <a:r>
              <a:rPr lang="en-US" dirty="0" err="1">
                <a:latin typeface="Arial"/>
                <a:cs typeface="Arial"/>
              </a:rPr>
              <a:t>confinamiento</a:t>
            </a:r>
            <a:r>
              <a:rPr lang="en-US" dirty="0">
                <a:latin typeface="Arial"/>
                <a:cs typeface="Arial"/>
              </a:rPr>
              <a:t> modal </a:t>
            </a:r>
            <a:r>
              <a:rPr lang="en-US" dirty="0" err="1">
                <a:latin typeface="Arial"/>
                <a:cs typeface="Arial"/>
              </a:rPr>
              <a:t>disminuye</a:t>
            </a:r>
            <a:r>
              <a:rPr lang="en-US" dirty="0">
                <a:latin typeface="Arial"/>
                <a:cs typeface="Arial"/>
              </a:rPr>
              <a:t> y </a:t>
            </a:r>
            <a:r>
              <a:rPr lang="en-US" dirty="0" err="1">
                <a:latin typeface="Arial"/>
                <a:cs typeface="Arial"/>
              </a:rPr>
              <a:t>el</a:t>
            </a:r>
            <a:r>
              <a:rPr lang="en-US" dirty="0">
                <a:latin typeface="Arial"/>
                <a:cs typeface="Arial"/>
              </a:rPr>
              <a:t> campo </a:t>
            </a:r>
            <a:r>
              <a:rPr lang="en-US" dirty="0" err="1">
                <a:latin typeface="Arial"/>
                <a:cs typeface="Arial"/>
              </a:rPr>
              <a:t>evanescente</a:t>
            </a:r>
            <a:r>
              <a:rPr lang="en-US" dirty="0">
                <a:latin typeface="Arial"/>
                <a:cs typeface="Arial"/>
              </a:rPr>
              <a:t> se </a:t>
            </a:r>
            <a:r>
              <a:rPr lang="en-US" dirty="0" err="1">
                <a:latin typeface="Arial"/>
                <a:cs typeface="Arial"/>
              </a:rPr>
              <a:t>extiende</a:t>
            </a:r>
            <a:r>
              <a:rPr lang="en-US" dirty="0">
                <a:latin typeface="Arial"/>
                <a:cs typeface="Arial"/>
              </a:rPr>
              <a:t> </a:t>
            </a:r>
            <a:r>
              <a:rPr lang="en-US" dirty="0" err="1">
                <a:latin typeface="Arial"/>
                <a:cs typeface="Arial"/>
              </a:rPr>
              <a:t>más</a:t>
            </a:r>
            <a:r>
              <a:rPr lang="en-US" dirty="0">
                <a:latin typeface="Arial"/>
                <a:cs typeface="Arial"/>
              </a:rPr>
              <a:t> </a:t>
            </a:r>
            <a:r>
              <a:rPr lang="en-US" dirty="0" err="1">
                <a:latin typeface="Arial"/>
                <a:cs typeface="Arial"/>
              </a:rPr>
              <a:t>en</a:t>
            </a:r>
            <a:r>
              <a:rPr lang="en-US" dirty="0">
                <a:latin typeface="Arial"/>
                <a:cs typeface="Arial"/>
              </a:rPr>
              <a:t> la </a:t>
            </a:r>
            <a:r>
              <a:rPr lang="en-US" dirty="0" err="1">
                <a:latin typeface="Arial"/>
                <a:cs typeface="Arial"/>
              </a:rPr>
              <a:t>región</a:t>
            </a:r>
            <a:r>
              <a:rPr lang="en-US" dirty="0">
                <a:latin typeface="Arial"/>
                <a:cs typeface="Arial"/>
              </a:rPr>
              <a:t> lateral, lo </a:t>
            </a:r>
            <a:r>
              <a:rPr lang="en-US" dirty="0" err="1">
                <a:latin typeface="Arial"/>
                <a:cs typeface="Arial"/>
              </a:rPr>
              <a:t>que</a:t>
            </a:r>
            <a:r>
              <a:rPr lang="en-US" dirty="0">
                <a:latin typeface="Arial"/>
                <a:cs typeface="Arial"/>
              </a:rPr>
              <a:t> </a:t>
            </a:r>
            <a:r>
              <a:rPr lang="en-US" dirty="0" err="1">
                <a:latin typeface="Arial"/>
                <a:cs typeface="Arial"/>
              </a:rPr>
              <a:t>incrementa</a:t>
            </a:r>
            <a:r>
              <a:rPr lang="en-US" dirty="0">
                <a:latin typeface="Arial"/>
                <a:cs typeface="Arial"/>
              </a:rPr>
              <a:t> </a:t>
            </a:r>
            <a:r>
              <a:rPr lang="en-US" dirty="0" err="1">
                <a:latin typeface="Arial"/>
                <a:cs typeface="Arial"/>
              </a:rPr>
              <a:t>el</a:t>
            </a:r>
            <a:r>
              <a:rPr lang="en-US" dirty="0">
                <a:latin typeface="Arial"/>
                <a:cs typeface="Arial"/>
              </a:rPr>
              <a:t> </a:t>
            </a:r>
            <a:r>
              <a:rPr lang="en-US" dirty="0" err="1">
                <a:latin typeface="Arial"/>
                <a:cs typeface="Arial"/>
              </a:rPr>
              <a:t>solapamiento</a:t>
            </a:r>
            <a:r>
              <a:rPr lang="en-US" dirty="0">
                <a:latin typeface="Arial"/>
                <a:cs typeface="Arial"/>
              </a:rPr>
              <a:t> entre las </a:t>
            </a:r>
            <a:r>
              <a:rPr lang="en-US" dirty="0" err="1">
                <a:latin typeface="Arial"/>
                <a:cs typeface="Arial"/>
              </a:rPr>
              <a:t>guías</a:t>
            </a:r>
            <a:r>
              <a:rPr lang="en-US" dirty="0">
                <a:latin typeface="Arial"/>
                <a:cs typeface="Arial"/>
              </a:rPr>
              <a:t> y, </a:t>
            </a:r>
            <a:r>
              <a:rPr lang="en-US" dirty="0" err="1">
                <a:latin typeface="Arial"/>
                <a:cs typeface="Arial"/>
              </a:rPr>
              <a:t>en</a:t>
            </a:r>
            <a:r>
              <a:rPr lang="en-US" dirty="0">
                <a:latin typeface="Arial"/>
                <a:cs typeface="Arial"/>
              </a:rPr>
              <a:t> </a:t>
            </a:r>
            <a:r>
              <a:rPr lang="en-US" dirty="0" err="1">
                <a:latin typeface="Arial"/>
                <a:cs typeface="Arial"/>
              </a:rPr>
              <a:t>consecuencia</a:t>
            </a:r>
            <a:r>
              <a:rPr lang="en-US" dirty="0">
                <a:latin typeface="Arial"/>
                <a:cs typeface="Arial"/>
              </a:rPr>
              <a:t>, </a:t>
            </a:r>
            <a:r>
              <a:rPr lang="en-US" dirty="0" err="1">
                <a:latin typeface="Arial"/>
                <a:cs typeface="Arial"/>
              </a:rPr>
              <a:t>el</a:t>
            </a:r>
            <a:r>
              <a:rPr lang="en-US" dirty="0">
                <a:latin typeface="Arial"/>
                <a:cs typeface="Arial"/>
              </a:rPr>
              <a:t> </a:t>
            </a:r>
            <a:r>
              <a:rPr lang="en-US" dirty="0" err="1">
                <a:latin typeface="Arial"/>
                <a:cs typeface="Arial"/>
              </a:rPr>
              <a:t>coeficiente</a:t>
            </a:r>
            <a:r>
              <a:rPr lang="en-US" dirty="0">
                <a:latin typeface="Arial"/>
                <a:cs typeface="Arial"/>
              </a:rPr>
              <a:t> de </a:t>
            </a:r>
            <a:r>
              <a:rPr lang="en-US" dirty="0" err="1">
                <a:latin typeface="Arial"/>
                <a:cs typeface="Arial"/>
              </a:rPr>
              <a:t>acoplo</a:t>
            </a:r>
            <a:r>
              <a:rPr lang="en-US" dirty="0">
                <a:latin typeface="Arial"/>
                <a:cs typeface="Arial"/>
              </a:rPr>
              <a:t>. Esto se traduce </a:t>
            </a:r>
            <a:r>
              <a:rPr lang="en-US" dirty="0" err="1">
                <a:latin typeface="Arial"/>
                <a:cs typeface="Arial"/>
              </a:rPr>
              <a:t>en</a:t>
            </a:r>
            <a:r>
              <a:rPr lang="en-US" dirty="0">
                <a:latin typeface="Arial"/>
                <a:cs typeface="Arial"/>
              </a:rPr>
              <a:t> </a:t>
            </a:r>
            <a:r>
              <a:rPr lang="en-US" dirty="0" err="1">
                <a:latin typeface="Arial"/>
                <a:cs typeface="Arial"/>
              </a:rPr>
              <a:t>una</a:t>
            </a:r>
            <a:r>
              <a:rPr lang="en-US" dirty="0">
                <a:latin typeface="Arial"/>
                <a:cs typeface="Arial"/>
              </a:rPr>
              <a:t> </a:t>
            </a:r>
            <a:r>
              <a:rPr lang="en-US" dirty="0" err="1">
                <a:latin typeface="Arial"/>
                <a:cs typeface="Arial"/>
              </a:rPr>
              <a:t>disminución</a:t>
            </a:r>
            <a:r>
              <a:rPr lang="en-US" dirty="0">
                <a:latin typeface="Arial"/>
                <a:cs typeface="Arial"/>
              </a:rPr>
              <a:t> de la </a:t>
            </a:r>
            <a:r>
              <a:rPr lang="en-US" dirty="0" err="1">
                <a:latin typeface="Arial"/>
                <a:cs typeface="Arial"/>
              </a:rPr>
              <a:t>longitud</a:t>
            </a:r>
            <a:r>
              <a:rPr lang="en-US" dirty="0">
                <a:latin typeface="Arial"/>
                <a:cs typeface="Arial"/>
              </a:rPr>
              <a:t> de batido . </a:t>
            </a:r>
            <a:endParaRPr lang="es-ES" dirty="0">
              <a:latin typeface="Arial"/>
              <a:cs typeface="Arial"/>
            </a:endParaRPr>
          </a:p>
          <a:p>
            <a:pPr algn="just"/>
            <a:r>
              <a:rPr lang="en-US" dirty="0" err="1">
                <a:latin typeface="Arial"/>
                <a:cs typeface="Arial"/>
              </a:rPr>
              <a:t>Además</a:t>
            </a:r>
            <a:r>
              <a:rPr lang="en-US" dirty="0">
                <a:latin typeface="Arial"/>
                <a:cs typeface="Arial"/>
              </a:rPr>
              <a:t>, para </a:t>
            </a:r>
            <a:r>
              <a:rPr lang="en-US" dirty="0" err="1">
                <a:latin typeface="Arial"/>
                <a:cs typeface="Arial"/>
              </a:rPr>
              <a:t>una</a:t>
            </a:r>
            <a:r>
              <a:rPr lang="en-US" dirty="0">
                <a:latin typeface="Arial"/>
                <a:cs typeface="Arial"/>
              </a:rPr>
              <a:t> </a:t>
            </a:r>
            <a:r>
              <a:rPr lang="en-US" dirty="0" err="1">
                <a:latin typeface="Arial"/>
                <a:cs typeface="Arial"/>
              </a:rPr>
              <a:t>misma</a:t>
            </a:r>
            <a:r>
              <a:rPr lang="en-US" dirty="0">
                <a:latin typeface="Arial"/>
                <a:cs typeface="Arial"/>
              </a:rPr>
              <a:t> </a:t>
            </a:r>
            <a:r>
              <a:rPr lang="en-US" dirty="0" err="1">
                <a:latin typeface="Arial"/>
                <a:cs typeface="Arial"/>
              </a:rPr>
              <a:t>longitud</a:t>
            </a:r>
            <a:r>
              <a:rPr lang="en-US" dirty="0">
                <a:latin typeface="Arial"/>
                <a:cs typeface="Arial"/>
              </a:rPr>
              <a:t> de </a:t>
            </a:r>
            <a:r>
              <a:rPr lang="en-US" dirty="0" err="1">
                <a:latin typeface="Arial"/>
                <a:cs typeface="Arial"/>
              </a:rPr>
              <a:t>onda</a:t>
            </a:r>
            <a:r>
              <a:rPr lang="en-US" dirty="0">
                <a:latin typeface="Arial"/>
                <a:cs typeface="Arial"/>
              </a:rPr>
              <a:t>, </a:t>
            </a:r>
            <a:r>
              <a:rPr lang="en-US" dirty="0" err="1">
                <a:latin typeface="Arial"/>
                <a:cs typeface="Arial"/>
              </a:rPr>
              <a:t>los</a:t>
            </a:r>
            <a:r>
              <a:rPr lang="en-US" dirty="0">
                <a:latin typeface="Arial"/>
                <a:cs typeface="Arial"/>
              </a:rPr>
              <a:t> </a:t>
            </a:r>
            <a:r>
              <a:rPr lang="en-US" dirty="0" err="1">
                <a:latin typeface="Arial"/>
                <a:cs typeface="Arial"/>
              </a:rPr>
              <a:t>valores</a:t>
            </a:r>
            <a:r>
              <a:rPr lang="en-US" dirty="0">
                <a:latin typeface="Arial"/>
                <a:cs typeface="Arial"/>
              </a:rPr>
              <a:t> de </a:t>
            </a:r>
            <a:r>
              <a:rPr lang="en-US" dirty="0" err="1">
                <a:latin typeface="Arial"/>
                <a:cs typeface="Arial"/>
              </a:rPr>
              <a:t>Lpi</a:t>
            </a:r>
            <a:r>
              <a:rPr lang="en-US" dirty="0">
                <a:latin typeface="Arial"/>
                <a:cs typeface="Arial"/>
              </a:rPr>
              <a:t> son </a:t>
            </a:r>
            <a:r>
              <a:rPr lang="en-US" dirty="0" err="1">
                <a:latin typeface="Arial"/>
                <a:cs typeface="Arial"/>
              </a:rPr>
              <a:t>mayores</a:t>
            </a:r>
            <a:r>
              <a:rPr lang="en-US" dirty="0">
                <a:latin typeface="Arial"/>
                <a:cs typeface="Arial"/>
              </a:rPr>
              <a:t> para la </a:t>
            </a:r>
            <a:r>
              <a:rPr lang="en-US" dirty="0" err="1">
                <a:latin typeface="Arial"/>
                <a:cs typeface="Arial"/>
              </a:rPr>
              <a:t>polarización</a:t>
            </a:r>
            <a:r>
              <a:rPr lang="en-US" dirty="0">
                <a:latin typeface="Arial"/>
                <a:cs typeface="Arial"/>
              </a:rPr>
              <a:t> TE </a:t>
            </a:r>
            <a:r>
              <a:rPr lang="en-US" dirty="0" err="1">
                <a:latin typeface="Arial"/>
                <a:cs typeface="Arial"/>
              </a:rPr>
              <a:t>que</a:t>
            </a:r>
            <a:r>
              <a:rPr lang="en-US" dirty="0">
                <a:latin typeface="Arial"/>
                <a:cs typeface="Arial"/>
              </a:rPr>
              <a:t> para la TM, </a:t>
            </a:r>
            <a:r>
              <a:rPr lang="en-US" dirty="0" err="1">
                <a:latin typeface="Arial"/>
                <a:cs typeface="Arial"/>
              </a:rPr>
              <a:t>ya</a:t>
            </a:r>
            <a:r>
              <a:rPr lang="en-US" dirty="0">
                <a:latin typeface="Arial"/>
                <a:cs typeface="Arial"/>
              </a:rPr>
              <a:t> </a:t>
            </a:r>
            <a:r>
              <a:rPr lang="en-US" dirty="0" err="1">
                <a:latin typeface="Arial"/>
                <a:cs typeface="Arial"/>
              </a:rPr>
              <a:t>que</a:t>
            </a:r>
            <a:r>
              <a:rPr lang="en-US" dirty="0">
                <a:latin typeface="Arial"/>
                <a:cs typeface="Arial"/>
              </a:rPr>
              <a:t> </a:t>
            </a:r>
            <a:r>
              <a:rPr lang="en-US" dirty="0" err="1">
                <a:latin typeface="Arial"/>
                <a:cs typeface="Arial"/>
              </a:rPr>
              <a:t>los</a:t>
            </a:r>
            <a:r>
              <a:rPr lang="en-US" dirty="0">
                <a:latin typeface="Arial"/>
                <a:cs typeface="Arial"/>
              </a:rPr>
              <a:t> </a:t>
            </a:r>
            <a:r>
              <a:rPr lang="en-US" dirty="0" err="1">
                <a:latin typeface="Arial"/>
                <a:cs typeface="Arial"/>
              </a:rPr>
              <a:t>modos</a:t>
            </a:r>
            <a:r>
              <a:rPr lang="en-US" dirty="0">
                <a:latin typeface="Arial"/>
                <a:cs typeface="Arial"/>
              </a:rPr>
              <a:t> TE </a:t>
            </a:r>
            <a:r>
              <a:rPr lang="en-US" dirty="0" err="1">
                <a:latin typeface="Arial"/>
                <a:cs typeface="Arial"/>
              </a:rPr>
              <a:t>están</a:t>
            </a:r>
            <a:r>
              <a:rPr lang="en-US" dirty="0">
                <a:latin typeface="Arial"/>
                <a:cs typeface="Arial"/>
              </a:rPr>
              <a:t> </a:t>
            </a:r>
            <a:r>
              <a:rPr lang="en-US" dirty="0" err="1">
                <a:latin typeface="Arial"/>
                <a:cs typeface="Arial"/>
              </a:rPr>
              <a:t>más</a:t>
            </a:r>
            <a:r>
              <a:rPr lang="en-US" dirty="0">
                <a:latin typeface="Arial"/>
                <a:cs typeface="Arial"/>
              </a:rPr>
              <a:t> </a:t>
            </a:r>
            <a:r>
              <a:rPr lang="en-US" dirty="0" err="1">
                <a:latin typeface="Arial"/>
                <a:cs typeface="Arial"/>
              </a:rPr>
              <a:t>confinados</a:t>
            </a:r>
            <a:r>
              <a:rPr lang="en-US" dirty="0">
                <a:latin typeface="Arial"/>
                <a:cs typeface="Arial"/>
              </a:rPr>
              <a:t> y </a:t>
            </a:r>
            <a:r>
              <a:rPr lang="en-US" dirty="0" err="1">
                <a:latin typeface="Arial"/>
                <a:cs typeface="Arial"/>
              </a:rPr>
              <a:t>presentan</a:t>
            </a:r>
            <a:r>
              <a:rPr lang="en-US" dirty="0">
                <a:latin typeface="Arial"/>
                <a:cs typeface="Arial"/>
              </a:rPr>
              <a:t> un </a:t>
            </a:r>
            <a:r>
              <a:rPr lang="en-US" dirty="0" err="1">
                <a:latin typeface="Arial"/>
                <a:cs typeface="Arial"/>
              </a:rPr>
              <a:t>menor</a:t>
            </a:r>
            <a:r>
              <a:rPr lang="en-US" dirty="0">
                <a:latin typeface="Arial"/>
                <a:cs typeface="Arial"/>
              </a:rPr>
              <a:t> </a:t>
            </a:r>
            <a:r>
              <a:rPr lang="en-US" dirty="0" err="1">
                <a:latin typeface="Arial"/>
                <a:cs typeface="Arial"/>
              </a:rPr>
              <a:t>solapamiento</a:t>
            </a:r>
            <a:r>
              <a:rPr lang="en-US" dirty="0">
                <a:latin typeface="Arial"/>
                <a:cs typeface="Arial"/>
              </a:rPr>
              <a:t> </a:t>
            </a:r>
            <a:r>
              <a:rPr lang="en-US" dirty="0" err="1">
                <a:latin typeface="Arial"/>
                <a:cs typeface="Arial"/>
              </a:rPr>
              <a:t>evanescente</a:t>
            </a:r>
            <a:r>
              <a:rPr lang="en-US" dirty="0">
                <a:latin typeface="Arial"/>
                <a:cs typeface="Arial"/>
              </a:rPr>
              <a:t>.</a:t>
            </a:r>
          </a:p>
        </p:txBody>
      </p:sp>
      <p:sp>
        <p:nvSpPr>
          <p:cNvPr id="5" name="Rectángulo 4">
            <a:extLst>
              <a:ext uri="{FF2B5EF4-FFF2-40B4-BE49-F238E27FC236}">
                <a16:creationId xmlns:a16="http://schemas.microsoft.com/office/drawing/2014/main" id="{B42E1AD9-10D4-8ACB-526F-2DA1DD2B9881}"/>
              </a:ext>
            </a:extLst>
          </p:cNvPr>
          <p:cNvSpPr/>
          <p:nvPr/>
        </p:nvSpPr>
        <p:spPr>
          <a:xfrm>
            <a:off x="494619" y="1312101"/>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15ED9C7E-0684-E2B9-7FD6-9BCF17CC000A}"/>
              </a:ext>
            </a:extLst>
          </p:cNvPr>
          <p:cNvSpPr/>
          <p:nvPr/>
        </p:nvSpPr>
        <p:spPr>
          <a:xfrm>
            <a:off x="6206602" y="1312101"/>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5F16E403-DF61-C9A0-D57F-2E61BEFA8887}"/>
              </a:ext>
            </a:extLst>
          </p:cNvPr>
          <p:cNvSpPr txBox="1"/>
          <p:nvPr/>
        </p:nvSpPr>
        <p:spPr>
          <a:xfrm>
            <a:off x="8245677" y="960803"/>
            <a:ext cx="2269787" cy="369332"/>
          </a:xfrm>
          <a:prstGeom prst="rect">
            <a:avLst/>
          </a:prstGeom>
          <a:noFill/>
        </p:spPr>
        <p:txBody>
          <a:bodyPr wrap="square">
            <a:spAutoFit/>
          </a:bodyPr>
          <a:lstStyle/>
          <a:p>
            <a:r>
              <a:rPr lang="en-US"/>
              <a:t>slab = 150nm</a:t>
            </a:r>
            <a:endParaRPr lang="es-ES"/>
          </a:p>
        </p:txBody>
      </p:sp>
      <mc:AlternateContent xmlns:mc="http://schemas.openxmlformats.org/markup-compatibility/2006">
        <mc:Choice xmlns:a14="http://schemas.microsoft.com/office/drawing/2010/main" Requires="a14">
          <p:sp>
            <p:nvSpPr>
              <p:cNvPr id="8" name="CuadroTexto 7">
                <a:extLst>
                  <a:ext uri="{FF2B5EF4-FFF2-40B4-BE49-F238E27FC236}">
                    <a16:creationId xmlns:a16="http://schemas.microsoft.com/office/drawing/2014/main" id="{B08C2240-8810-4E0A-7DCF-E62A8271EA2E}"/>
                  </a:ext>
                </a:extLst>
              </p:cNvPr>
              <p:cNvSpPr txBox="1"/>
              <p:nvPr/>
            </p:nvSpPr>
            <p:spPr>
              <a:xfrm>
                <a:off x="1079403" y="2573397"/>
                <a:ext cx="4546634" cy="923330"/>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a:t>
                </a:r>
                <a:r>
                  <a:rPr lang="en-US" err="1"/>
                  <a:t>wvl</a:t>
                </a:r>
                <a:r>
                  <a:rPr lang="en-US"/>
                  <a:t> for TE and TM plot here</a:t>
                </a:r>
              </a:p>
            </p:txBody>
          </p:sp>
        </mc:Choice>
        <mc:Fallback>
          <p:sp>
            <p:nvSpPr>
              <p:cNvPr id="8" name="CuadroTexto 7">
                <a:extLst>
                  <a:ext uri="{FF2B5EF4-FFF2-40B4-BE49-F238E27FC236}">
                    <a16:creationId xmlns:a16="http://schemas.microsoft.com/office/drawing/2014/main" id="{B08C2240-8810-4E0A-7DCF-E62A8271EA2E}"/>
                  </a:ext>
                </a:extLst>
              </p:cNvPr>
              <p:cNvSpPr txBox="1">
                <a:spLocks noRot="1" noChangeAspect="1" noMove="1" noResize="1" noEditPoints="1" noAdjustHandles="1" noChangeArrowheads="1" noChangeShapeType="1" noTextEdit="1"/>
              </p:cNvSpPr>
              <p:nvPr/>
            </p:nvSpPr>
            <p:spPr>
              <a:xfrm>
                <a:off x="1079403" y="2573397"/>
                <a:ext cx="4546634" cy="923330"/>
              </a:xfrm>
              <a:prstGeom prst="rect">
                <a:avLst/>
              </a:prstGeom>
              <a:blipFill>
                <a:blip r:embed="rId4"/>
                <a:stretch>
                  <a:fillRect t="-3289" b="-9211"/>
                </a:stretch>
              </a:blipFill>
            </p:spPr>
            <p:txBody>
              <a:bodyPr/>
              <a:lstStyle/>
              <a:p>
                <a:r>
                  <a:rPr lang="es-ES">
                    <a:noFill/>
                  </a:rPr>
                  <a:t> </a:t>
                </a:r>
              </a:p>
            </p:txBody>
          </p:sp>
        </mc:Fallback>
      </mc:AlternateContent>
      <mc:AlternateContent xmlns:mc="http://schemas.openxmlformats.org/markup-compatibility/2006">
        <mc:Choice xmlns:a14="http://schemas.microsoft.com/office/drawing/2010/main" Requires="a14">
          <p:sp>
            <p:nvSpPr>
              <p:cNvPr id="9" name="CuadroTexto 8">
                <a:extLst>
                  <a:ext uri="{FF2B5EF4-FFF2-40B4-BE49-F238E27FC236}">
                    <a16:creationId xmlns:a16="http://schemas.microsoft.com/office/drawing/2014/main" id="{BBDDC809-0F06-CBE2-4D1A-3A2FA36C33A8}"/>
                  </a:ext>
                </a:extLst>
              </p:cNvPr>
              <p:cNvSpPr txBox="1"/>
              <p:nvPr/>
            </p:nvSpPr>
            <p:spPr>
              <a:xfrm>
                <a:off x="6883366" y="2573397"/>
                <a:ext cx="4546634" cy="923330"/>
              </a:xfrm>
              <a:prstGeom prst="rect">
                <a:avLst/>
              </a:prstGeom>
              <a:noFill/>
            </p:spPr>
            <p:txBody>
              <a:bodyPr wrap="square" rtlCol="0">
                <a:spAutoFit/>
              </a:bodyPr>
              <a:lstStyle/>
              <a:p>
                <a:pPr algn="ctr"/>
                <a:r>
                  <a:rPr lang="en-US" b="1"/>
                  <a:t>shallow</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a:t>
                </a:r>
                <a:r>
                  <a:rPr lang="en-US" err="1"/>
                  <a:t>wvl</a:t>
                </a:r>
                <a:r>
                  <a:rPr lang="en-US"/>
                  <a:t> for TE and TM plot here</a:t>
                </a:r>
              </a:p>
            </p:txBody>
          </p:sp>
        </mc:Choice>
        <mc:Fallback>
          <p:sp>
            <p:nvSpPr>
              <p:cNvPr id="9" name="CuadroTexto 8">
                <a:extLst>
                  <a:ext uri="{FF2B5EF4-FFF2-40B4-BE49-F238E27FC236}">
                    <a16:creationId xmlns:a16="http://schemas.microsoft.com/office/drawing/2014/main" id="{BBDDC809-0F06-CBE2-4D1A-3A2FA36C33A8}"/>
                  </a:ext>
                </a:extLst>
              </p:cNvPr>
              <p:cNvSpPr txBox="1">
                <a:spLocks noRot="1" noChangeAspect="1" noMove="1" noResize="1" noEditPoints="1" noAdjustHandles="1" noChangeArrowheads="1" noChangeShapeType="1" noTextEdit="1"/>
              </p:cNvSpPr>
              <p:nvPr/>
            </p:nvSpPr>
            <p:spPr>
              <a:xfrm>
                <a:off x="6883366" y="2573397"/>
                <a:ext cx="4546634" cy="923330"/>
              </a:xfrm>
              <a:prstGeom prst="rect">
                <a:avLst/>
              </a:prstGeom>
              <a:blipFill>
                <a:blip r:embed="rId5"/>
                <a:stretch>
                  <a:fillRect t="-3289" b="-9211"/>
                </a:stretch>
              </a:blipFill>
            </p:spPr>
            <p:txBody>
              <a:bodyPr/>
              <a:lstStyle/>
              <a:p>
                <a:r>
                  <a:rPr lang="es-ES">
                    <a:noFill/>
                  </a:rPr>
                  <a:t> </a:t>
                </a:r>
              </a:p>
            </p:txBody>
          </p:sp>
        </mc:Fallback>
      </mc:AlternateContent>
      <p:pic>
        <p:nvPicPr>
          <p:cNvPr id="10" name="Imagen 9">
            <a:extLst>
              <a:ext uri="{FF2B5EF4-FFF2-40B4-BE49-F238E27FC236}">
                <a16:creationId xmlns:a16="http://schemas.microsoft.com/office/drawing/2014/main" id="{513C5BB0-0029-DB00-44E6-2F93775F7306}"/>
              </a:ext>
            </a:extLst>
          </p:cNvPr>
          <p:cNvPicPr>
            <a:picLocks noChangeAspect="1"/>
          </p:cNvPicPr>
          <p:nvPr/>
        </p:nvPicPr>
        <p:blipFill>
          <a:blip r:embed="rId6"/>
          <a:stretch>
            <a:fillRect/>
          </a:stretch>
        </p:blipFill>
        <p:spPr>
          <a:xfrm>
            <a:off x="533474" y="1505696"/>
            <a:ext cx="5304873" cy="2822545"/>
          </a:xfrm>
          <a:prstGeom prst="rect">
            <a:avLst/>
          </a:prstGeom>
        </p:spPr>
      </p:pic>
      <p:pic>
        <p:nvPicPr>
          <p:cNvPr id="11" name="Imagen 10">
            <a:extLst>
              <a:ext uri="{FF2B5EF4-FFF2-40B4-BE49-F238E27FC236}">
                <a16:creationId xmlns:a16="http://schemas.microsoft.com/office/drawing/2014/main" id="{B07CE155-4D5A-D82C-33C7-EB05E7853076}"/>
              </a:ext>
            </a:extLst>
          </p:cNvPr>
          <p:cNvPicPr>
            <a:picLocks noChangeAspect="1"/>
          </p:cNvPicPr>
          <p:nvPr/>
        </p:nvPicPr>
        <p:blipFill>
          <a:blip r:embed="rId7"/>
          <a:stretch>
            <a:fillRect/>
          </a:stretch>
        </p:blipFill>
        <p:spPr>
          <a:xfrm>
            <a:off x="6268341" y="1521765"/>
            <a:ext cx="5401945" cy="2874194"/>
          </a:xfrm>
          <a:prstGeom prst="rect">
            <a:avLst/>
          </a:prstGeom>
        </p:spPr>
      </p:pic>
    </p:spTree>
    <p:extLst>
      <p:ext uri="{BB962C8B-B14F-4D97-AF65-F5344CB8AC3E}">
        <p14:creationId xmlns:p14="http://schemas.microsoft.com/office/powerpoint/2010/main" val="8135580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Extra #3 – MMI coupler wavelength dependence</a:t>
            </a:r>
            <a:br>
              <a:rPr lang="en-US" sz="2500" spc="-5">
                <a:latin typeface="+mj-lt"/>
                <a:cs typeface="Lucida Sans"/>
              </a:rPr>
            </a:br>
            <a:r>
              <a:rPr lang="en-US" b="0"/>
              <a:t>Wavelengths from 1.5 to 1.7 µm, </a:t>
            </a:r>
            <a:r>
              <a:rPr lang="en-US" b="0" err="1"/>
              <a:t>wMMI</a:t>
            </a:r>
            <a:r>
              <a:rPr lang="en-US" b="0"/>
              <a:t> = 6.6 µm</a:t>
            </a:r>
            <a:endParaRPr lang="en-US" sz="2500" b="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25</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82A62DD6-5488-72A1-9926-0CAEE59089A9}"/>
              </a:ext>
            </a:extLst>
          </p:cNvPr>
          <p:cNvSpPr txBox="1"/>
          <p:nvPr/>
        </p:nvSpPr>
        <p:spPr>
          <a:xfrm>
            <a:off x="494619" y="4860334"/>
            <a:ext cx="11199971" cy="1477328"/>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s-ES" dirty="0">
                <a:latin typeface="Arial"/>
                <a:cs typeface="Arial"/>
              </a:rPr>
              <a:t>La longitud del MMI varía poco con la longitud de onda debido al fuerte confinamiento modal, que hace que las diferencias entre los índices efectivos de los modos cambien ligeramente. </a:t>
            </a:r>
          </a:p>
          <a:p>
            <a:pPr algn="just"/>
            <a:r>
              <a:rPr lang="es-ES" dirty="0">
                <a:latin typeface="Arial"/>
                <a:cs typeface="Arial"/>
              </a:rPr>
              <a:t>A diferencia del acoplador direccional, el MMI muestra una menor sensibilidad tanto a la longitud de onda como a la polarización, ya que su funcionamiento se basa en la interferencia multimodo y no en el acoplamiento evanescente.</a:t>
            </a:r>
            <a:r>
              <a:rPr lang="es-ES" dirty="0"/>
              <a:t> </a:t>
            </a:r>
            <a:endParaRPr lang="es-ES" dirty="0">
              <a:latin typeface="Calibri"/>
              <a:ea typeface="Calibri"/>
              <a:cs typeface="Calibri"/>
            </a:endParaRPr>
          </a:p>
        </p:txBody>
      </p:sp>
      <p:sp>
        <p:nvSpPr>
          <p:cNvPr id="4" name="Rectángulo 3">
            <a:extLst>
              <a:ext uri="{FF2B5EF4-FFF2-40B4-BE49-F238E27FC236}">
                <a16:creationId xmlns:a16="http://schemas.microsoft.com/office/drawing/2014/main" id="{796EDE51-D41E-C23B-F402-2F7357DE8714}"/>
              </a:ext>
            </a:extLst>
          </p:cNvPr>
          <p:cNvSpPr/>
          <p:nvPr/>
        </p:nvSpPr>
        <p:spPr>
          <a:xfrm>
            <a:off x="494619"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5A3233C9-FE6F-52D8-4D87-224222BDA8E1}"/>
              </a:ext>
            </a:extLst>
          </p:cNvPr>
          <p:cNvSpPr/>
          <p:nvPr/>
        </p:nvSpPr>
        <p:spPr>
          <a:xfrm>
            <a:off x="6206602"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0C016548-01A2-6E58-B80D-148384B98EB3}"/>
              </a:ext>
            </a:extLst>
          </p:cNvPr>
          <p:cNvSpPr txBox="1"/>
          <p:nvPr/>
        </p:nvSpPr>
        <p:spPr>
          <a:xfrm>
            <a:off x="8017077" y="1075103"/>
            <a:ext cx="2269787" cy="369332"/>
          </a:xfrm>
          <a:prstGeom prst="rect">
            <a:avLst/>
          </a:prstGeom>
          <a:noFill/>
        </p:spPr>
        <p:txBody>
          <a:bodyPr wrap="square">
            <a:spAutoFit/>
          </a:bodyPr>
          <a:lstStyle/>
          <a:p>
            <a:r>
              <a:rPr lang="en-US"/>
              <a:t>slab = 150nm</a:t>
            </a:r>
            <a:endParaRPr lang="es-ES"/>
          </a:p>
        </p:txBody>
      </p:sp>
      <mc:AlternateContent xmlns:mc="http://schemas.openxmlformats.org/markup-compatibility/2006">
        <mc:Choice xmlns:a14="http://schemas.microsoft.com/office/drawing/2010/main" Requires="a14">
          <p:sp>
            <p:nvSpPr>
              <p:cNvPr id="9" name="CuadroTexto 8">
                <a:extLst>
                  <a:ext uri="{FF2B5EF4-FFF2-40B4-BE49-F238E27FC236}">
                    <a16:creationId xmlns:a16="http://schemas.microsoft.com/office/drawing/2014/main" id="{075D03BE-0D6A-89E5-3C68-D7BD97B4676E}"/>
                  </a:ext>
                </a:extLst>
              </p:cNvPr>
              <p:cNvSpPr txBox="1"/>
              <p:nvPr/>
            </p:nvSpPr>
            <p:spPr>
              <a:xfrm>
                <a:off x="964581" y="2709096"/>
                <a:ext cx="4546634" cy="923330"/>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a:t>
                </a:r>
                <a:r>
                  <a:rPr lang="en-US" err="1"/>
                  <a:t>wvl</a:t>
                </a:r>
                <a:r>
                  <a:rPr lang="en-US"/>
                  <a:t> for TE and TM plot here</a:t>
                </a:r>
              </a:p>
            </p:txBody>
          </p:sp>
        </mc:Choice>
        <mc:Fallback>
          <p:sp>
            <p:nvSpPr>
              <p:cNvPr id="9" name="CuadroTexto 8">
                <a:extLst>
                  <a:ext uri="{FF2B5EF4-FFF2-40B4-BE49-F238E27FC236}">
                    <a16:creationId xmlns:a16="http://schemas.microsoft.com/office/drawing/2014/main" id="{075D03BE-0D6A-89E5-3C68-D7BD97B4676E}"/>
                  </a:ext>
                </a:extLst>
              </p:cNvPr>
              <p:cNvSpPr txBox="1">
                <a:spLocks noRot="1" noChangeAspect="1" noMove="1" noResize="1" noEditPoints="1" noAdjustHandles="1" noChangeArrowheads="1" noChangeShapeType="1" noTextEdit="1"/>
              </p:cNvSpPr>
              <p:nvPr/>
            </p:nvSpPr>
            <p:spPr>
              <a:xfrm>
                <a:off x="964581" y="2709096"/>
                <a:ext cx="4546634" cy="923330"/>
              </a:xfrm>
              <a:prstGeom prst="rect">
                <a:avLst/>
              </a:prstGeom>
              <a:blipFill>
                <a:blip r:embed="rId4"/>
                <a:stretch>
                  <a:fillRect t="-3289" b="-9211"/>
                </a:stretch>
              </a:blipFill>
            </p:spPr>
            <p:txBody>
              <a:bodyPr/>
              <a:lstStyle/>
              <a:p>
                <a:r>
                  <a:rPr lang="es-ES">
                    <a:noFill/>
                  </a:rPr>
                  <a:t> </a:t>
                </a:r>
              </a:p>
            </p:txBody>
          </p:sp>
        </mc:Fallback>
      </mc:AlternateContent>
      <mc:AlternateContent xmlns:mc="http://schemas.openxmlformats.org/markup-compatibility/2006">
        <mc:Choice xmlns:a14="http://schemas.microsoft.com/office/drawing/2010/main" Requires="a14">
          <p:sp>
            <p:nvSpPr>
              <p:cNvPr id="10" name="CuadroTexto 9">
                <a:extLst>
                  <a:ext uri="{FF2B5EF4-FFF2-40B4-BE49-F238E27FC236}">
                    <a16:creationId xmlns:a16="http://schemas.microsoft.com/office/drawing/2014/main" id="{AC01EDEE-71CC-C570-700B-076F03FCF7E1}"/>
                  </a:ext>
                </a:extLst>
              </p:cNvPr>
              <p:cNvSpPr txBox="1"/>
              <p:nvPr/>
            </p:nvSpPr>
            <p:spPr>
              <a:xfrm>
                <a:off x="6768544" y="2709096"/>
                <a:ext cx="4546634" cy="923330"/>
              </a:xfrm>
              <a:prstGeom prst="rect">
                <a:avLst/>
              </a:prstGeom>
              <a:noFill/>
            </p:spPr>
            <p:txBody>
              <a:bodyPr wrap="square" rtlCol="0">
                <a:spAutoFit/>
              </a:bodyPr>
              <a:lstStyle/>
              <a:p>
                <a:pPr algn="ctr"/>
                <a:r>
                  <a:rPr lang="en-US" b="1"/>
                  <a:t>shallow</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a:t>
                </a:r>
                <a:r>
                  <a:rPr lang="en-US" err="1"/>
                  <a:t>wvl</a:t>
                </a:r>
                <a:r>
                  <a:rPr lang="en-US"/>
                  <a:t> for TE and TM plot here</a:t>
                </a:r>
              </a:p>
            </p:txBody>
          </p:sp>
        </mc:Choice>
        <mc:Fallback>
          <p:sp>
            <p:nvSpPr>
              <p:cNvPr id="10" name="CuadroTexto 9">
                <a:extLst>
                  <a:ext uri="{FF2B5EF4-FFF2-40B4-BE49-F238E27FC236}">
                    <a16:creationId xmlns:a16="http://schemas.microsoft.com/office/drawing/2014/main" id="{AC01EDEE-71CC-C570-700B-076F03FCF7E1}"/>
                  </a:ext>
                </a:extLst>
              </p:cNvPr>
              <p:cNvSpPr txBox="1">
                <a:spLocks noRot="1" noChangeAspect="1" noMove="1" noResize="1" noEditPoints="1" noAdjustHandles="1" noChangeArrowheads="1" noChangeShapeType="1" noTextEdit="1"/>
              </p:cNvSpPr>
              <p:nvPr/>
            </p:nvSpPr>
            <p:spPr>
              <a:xfrm>
                <a:off x="6768544" y="2709096"/>
                <a:ext cx="4546634" cy="923330"/>
              </a:xfrm>
              <a:prstGeom prst="rect">
                <a:avLst/>
              </a:prstGeom>
              <a:blipFill>
                <a:blip r:embed="rId5"/>
                <a:stretch>
                  <a:fillRect t="-3289" b="-9211"/>
                </a:stretch>
              </a:blipFill>
            </p:spPr>
            <p:txBody>
              <a:bodyPr/>
              <a:lstStyle/>
              <a:p>
                <a:r>
                  <a:rPr lang="es-ES">
                    <a:noFill/>
                  </a:rPr>
                  <a:t> </a:t>
                </a:r>
              </a:p>
            </p:txBody>
          </p:sp>
        </mc:Fallback>
      </mc:AlternateContent>
      <p:pic>
        <p:nvPicPr>
          <p:cNvPr id="11" name="Imagen 10">
            <a:extLst>
              <a:ext uri="{FF2B5EF4-FFF2-40B4-BE49-F238E27FC236}">
                <a16:creationId xmlns:a16="http://schemas.microsoft.com/office/drawing/2014/main" id="{77549114-3B06-9EB8-F28F-9865E88559B7}"/>
              </a:ext>
            </a:extLst>
          </p:cNvPr>
          <p:cNvPicPr>
            <a:picLocks noChangeAspect="1"/>
          </p:cNvPicPr>
          <p:nvPr/>
        </p:nvPicPr>
        <p:blipFill>
          <a:blip r:embed="rId6"/>
          <a:stretch>
            <a:fillRect/>
          </a:stretch>
        </p:blipFill>
        <p:spPr>
          <a:xfrm>
            <a:off x="575264" y="1724124"/>
            <a:ext cx="5345572" cy="2844200"/>
          </a:xfrm>
          <a:prstGeom prst="rect">
            <a:avLst/>
          </a:prstGeom>
        </p:spPr>
      </p:pic>
      <p:pic>
        <p:nvPicPr>
          <p:cNvPr id="14" name="Imagen 13">
            <a:extLst>
              <a:ext uri="{FF2B5EF4-FFF2-40B4-BE49-F238E27FC236}">
                <a16:creationId xmlns:a16="http://schemas.microsoft.com/office/drawing/2014/main" id="{FC6E4A1D-B854-BC7A-8D72-6F53C6A9EF4A}"/>
              </a:ext>
            </a:extLst>
          </p:cNvPr>
          <p:cNvPicPr>
            <a:picLocks noChangeAspect="1"/>
          </p:cNvPicPr>
          <p:nvPr/>
        </p:nvPicPr>
        <p:blipFill>
          <a:blip r:embed="rId7"/>
          <a:stretch>
            <a:fillRect/>
          </a:stretch>
        </p:blipFill>
        <p:spPr>
          <a:xfrm>
            <a:off x="6271520" y="1758840"/>
            <a:ext cx="5345441" cy="2821664"/>
          </a:xfrm>
          <a:prstGeom prst="rect">
            <a:avLst/>
          </a:prstGeom>
        </p:spPr>
      </p:pic>
    </p:spTree>
    <p:extLst>
      <p:ext uri="{BB962C8B-B14F-4D97-AF65-F5344CB8AC3E}">
        <p14:creationId xmlns:p14="http://schemas.microsoft.com/office/powerpoint/2010/main" val="9551456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5C897-D580-E5C1-161C-F8E072695C0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3FFBD12-4EFF-41C1-4765-2AD268B2BD9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Extra #4 – MMI coupler body width dependence</a:t>
            </a:r>
            <a:br>
              <a:rPr lang="en-US" sz="2500" spc="-5">
                <a:latin typeface="+mj-lt"/>
                <a:cs typeface="Lucida Sans"/>
              </a:rPr>
            </a:br>
            <a:r>
              <a:rPr lang="en-US" b="0"/>
              <a:t>Wavelength 1.55 µm, </a:t>
            </a:r>
            <a:r>
              <a:rPr lang="en-US" b="0" err="1"/>
              <a:t>wMMI</a:t>
            </a:r>
            <a:r>
              <a:rPr lang="en-US" b="0"/>
              <a:t> = 5-10 µm (steps 0.5 µm)</a:t>
            </a:r>
            <a:endParaRPr lang="en-US" sz="2500" b="0">
              <a:latin typeface="+mj-lt"/>
              <a:cs typeface="Lucida Sans"/>
            </a:endParaRPr>
          </a:p>
        </p:txBody>
      </p:sp>
      <p:pic>
        <p:nvPicPr>
          <p:cNvPr id="83" name="Gráfico 82">
            <a:extLst>
              <a:ext uri="{FF2B5EF4-FFF2-40B4-BE49-F238E27FC236}">
                <a16:creationId xmlns:a16="http://schemas.microsoft.com/office/drawing/2014/main" id="{C14AF521-052E-A1FA-D63D-CB0826C48D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C87B233-8A68-967F-55BC-3A828B5F39BA}"/>
              </a:ext>
            </a:extLst>
          </p:cNvPr>
          <p:cNvSpPr>
            <a:spLocks noGrp="1"/>
          </p:cNvSpPr>
          <p:nvPr>
            <p:ph type="sldNum" sz="quarter" idx="7"/>
          </p:nvPr>
        </p:nvSpPr>
        <p:spPr/>
        <p:txBody>
          <a:bodyPr/>
          <a:lstStyle/>
          <a:p>
            <a:fld id="{B6F15528-21DE-4FAA-801E-634DDDAF4B2B}" type="slidenum">
              <a:rPr lang="es-ES" smtClean="0"/>
              <a:t>26</a:t>
            </a:fld>
            <a:endParaRPr lang="es-ES"/>
          </a:p>
        </p:txBody>
      </p:sp>
      <p:sp>
        <p:nvSpPr>
          <p:cNvPr id="3" name="Marcador de pie de página 2">
            <a:extLst>
              <a:ext uri="{FF2B5EF4-FFF2-40B4-BE49-F238E27FC236}">
                <a16:creationId xmlns:a16="http://schemas.microsoft.com/office/drawing/2014/main" id="{DB1B524E-0E15-1C98-31B0-C98BD07BFBE8}"/>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8D88CB07-C5F5-9BB7-9F41-E171F0F0E2B9}"/>
              </a:ext>
            </a:extLst>
          </p:cNvPr>
          <p:cNvSpPr txBox="1"/>
          <p:nvPr/>
        </p:nvSpPr>
        <p:spPr>
          <a:xfrm>
            <a:off x="609441" y="4745512"/>
            <a:ext cx="11199971" cy="1477328"/>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s-ES">
                <a:latin typeface="Arial"/>
                <a:cs typeface="Arial"/>
              </a:rPr>
              <a:t>Para este MMI en particular, se observa que, de los 15 modos transmitidos, solo 10 corresponden a polarización TE, mientras que el resto se distribuyen de forma distinta para la polarización TM. </a:t>
            </a:r>
            <a:r>
              <a:rPr lang="es-ES" dirty="0">
                <a:latin typeface="Arial"/>
                <a:cs typeface="Arial"/>
              </a:rPr>
              <a:t>Esto implica que el conjunto de modos excitados y, por tanto, las condiciones de interferencia multimodo no son las mismas para ambas polarizaciones. Así, no existe un funcionamiento idéntico del acoplador para ambas polarizaciones.</a:t>
            </a:r>
            <a:endParaRPr lang="en-US" dirty="0">
              <a:latin typeface="Arial"/>
              <a:cs typeface="Arial"/>
            </a:endParaRPr>
          </a:p>
        </p:txBody>
      </p:sp>
      <p:sp>
        <p:nvSpPr>
          <p:cNvPr id="4" name="Rectángulo 3">
            <a:extLst>
              <a:ext uri="{FF2B5EF4-FFF2-40B4-BE49-F238E27FC236}">
                <a16:creationId xmlns:a16="http://schemas.microsoft.com/office/drawing/2014/main" id="{B58B1BB0-E248-0BA3-D1B3-93649227103E}"/>
              </a:ext>
            </a:extLst>
          </p:cNvPr>
          <p:cNvSpPr/>
          <p:nvPr/>
        </p:nvSpPr>
        <p:spPr>
          <a:xfrm>
            <a:off x="609441" y="1249471"/>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8E0E2533-B1CA-72C4-3859-1CBDD5887887}"/>
              </a:ext>
            </a:extLst>
          </p:cNvPr>
          <p:cNvSpPr/>
          <p:nvPr/>
        </p:nvSpPr>
        <p:spPr>
          <a:xfrm>
            <a:off x="6321424" y="1249471"/>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9" name="CuadroTexto 8">
                <a:extLst>
                  <a:ext uri="{FF2B5EF4-FFF2-40B4-BE49-F238E27FC236}">
                    <a16:creationId xmlns:a16="http://schemas.microsoft.com/office/drawing/2014/main" id="{2BDFECD2-156D-6697-CFBF-8CD783F9B986}"/>
                  </a:ext>
                </a:extLst>
              </p:cNvPr>
              <p:cNvSpPr txBox="1"/>
              <p:nvPr/>
            </p:nvSpPr>
            <p:spPr>
              <a:xfrm>
                <a:off x="1079403" y="2510767"/>
                <a:ext cx="4546634" cy="923330"/>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width for TE and TM plot here</a:t>
                </a:r>
              </a:p>
            </p:txBody>
          </p:sp>
        </mc:Choice>
        <mc:Fallback>
          <p:sp>
            <p:nvSpPr>
              <p:cNvPr id="9" name="CuadroTexto 8">
                <a:extLst>
                  <a:ext uri="{FF2B5EF4-FFF2-40B4-BE49-F238E27FC236}">
                    <a16:creationId xmlns:a16="http://schemas.microsoft.com/office/drawing/2014/main" id="{2BDFECD2-156D-6697-CFBF-8CD783F9B986}"/>
                  </a:ext>
                </a:extLst>
              </p:cNvPr>
              <p:cNvSpPr txBox="1">
                <a:spLocks noRot="1" noChangeAspect="1" noMove="1" noResize="1" noEditPoints="1" noAdjustHandles="1" noChangeArrowheads="1" noChangeShapeType="1" noTextEdit="1"/>
              </p:cNvSpPr>
              <p:nvPr/>
            </p:nvSpPr>
            <p:spPr>
              <a:xfrm>
                <a:off x="1079403" y="2510767"/>
                <a:ext cx="4546634" cy="923330"/>
              </a:xfrm>
              <a:prstGeom prst="rect">
                <a:avLst/>
              </a:prstGeom>
              <a:blipFill>
                <a:blip r:embed="rId4"/>
                <a:stretch>
                  <a:fillRect t="-3974" b="-9934"/>
                </a:stretch>
              </a:blipFill>
            </p:spPr>
            <p:txBody>
              <a:bodyPr/>
              <a:lstStyle/>
              <a:p>
                <a:r>
                  <a:rPr lang="es-ES">
                    <a:noFill/>
                  </a:rPr>
                  <a:t> </a:t>
                </a:r>
              </a:p>
            </p:txBody>
          </p:sp>
        </mc:Fallback>
      </mc:AlternateContent>
      <mc:AlternateContent xmlns:mc="http://schemas.openxmlformats.org/markup-compatibility/2006">
        <mc:Choice xmlns:a14="http://schemas.microsoft.com/office/drawing/2010/main" Requires="a14">
          <p:sp>
            <p:nvSpPr>
              <p:cNvPr id="10" name="CuadroTexto 9">
                <a:extLst>
                  <a:ext uri="{FF2B5EF4-FFF2-40B4-BE49-F238E27FC236}">
                    <a16:creationId xmlns:a16="http://schemas.microsoft.com/office/drawing/2014/main" id="{3BFC64CA-DE35-A528-CF09-36A26DB3DEE4}"/>
                  </a:ext>
                </a:extLst>
              </p:cNvPr>
              <p:cNvSpPr txBox="1"/>
              <p:nvPr/>
            </p:nvSpPr>
            <p:spPr>
              <a:xfrm>
                <a:off x="6883366" y="2510767"/>
                <a:ext cx="4546634" cy="923330"/>
              </a:xfrm>
              <a:prstGeom prst="rect">
                <a:avLst/>
              </a:prstGeom>
              <a:noFill/>
            </p:spPr>
            <p:txBody>
              <a:bodyPr wrap="square" rtlCol="0">
                <a:spAutoFit/>
              </a:bodyPr>
              <a:lstStyle/>
              <a:p>
                <a:pPr algn="ctr"/>
                <a:r>
                  <a:rPr lang="en-US" b="1"/>
                  <a:t>shallow</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width for TE and TM plot here</a:t>
                </a:r>
              </a:p>
            </p:txBody>
          </p:sp>
        </mc:Choice>
        <mc:Fallback>
          <p:sp>
            <p:nvSpPr>
              <p:cNvPr id="10" name="CuadroTexto 9">
                <a:extLst>
                  <a:ext uri="{FF2B5EF4-FFF2-40B4-BE49-F238E27FC236}">
                    <a16:creationId xmlns:a16="http://schemas.microsoft.com/office/drawing/2014/main" id="{3BFC64CA-DE35-A528-CF09-36A26DB3DEE4}"/>
                  </a:ext>
                </a:extLst>
              </p:cNvPr>
              <p:cNvSpPr txBox="1">
                <a:spLocks noRot="1" noChangeAspect="1" noMove="1" noResize="1" noEditPoints="1" noAdjustHandles="1" noChangeArrowheads="1" noChangeShapeType="1" noTextEdit="1"/>
              </p:cNvSpPr>
              <p:nvPr/>
            </p:nvSpPr>
            <p:spPr>
              <a:xfrm>
                <a:off x="6883366" y="2510767"/>
                <a:ext cx="4546634" cy="923330"/>
              </a:xfrm>
              <a:prstGeom prst="rect">
                <a:avLst/>
              </a:prstGeom>
              <a:blipFill>
                <a:blip r:embed="rId5"/>
                <a:stretch>
                  <a:fillRect t="-3974" b="-9934"/>
                </a:stretch>
              </a:blipFill>
            </p:spPr>
            <p:txBody>
              <a:bodyPr/>
              <a:lstStyle/>
              <a:p>
                <a:r>
                  <a:rPr lang="es-ES">
                    <a:noFill/>
                  </a:rPr>
                  <a:t> </a:t>
                </a:r>
              </a:p>
            </p:txBody>
          </p:sp>
        </mc:Fallback>
      </mc:AlternateContent>
      <p:pic>
        <p:nvPicPr>
          <p:cNvPr id="11" name="Imagen 10">
            <a:extLst>
              <a:ext uri="{FF2B5EF4-FFF2-40B4-BE49-F238E27FC236}">
                <a16:creationId xmlns:a16="http://schemas.microsoft.com/office/drawing/2014/main" id="{DBF9D963-2B74-10F2-3C1B-90C24FCA28D7}"/>
              </a:ext>
            </a:extLst>
          </p:cNvPr>
          <p:cNvPicPr>
            <a:picLocks noChangeAspect="1"/>
          </p:cNvPicPr>
          <p:nvPr/>
        </p:nvPicPr>
        <p:blipFill>
          <a:blip r:embed="rId6"/>
          <a:stretch>
            <a:fillRect/>
          </a:stretch>
        </p:blipFill>
        <p:spPr>
          <a:xfrm>
            <a:off x="6378777" y="1523649"/>
            <a:ext cx="5353036" cy="2821365"/>
          </a:xfrm>
          <a:prstGeom prst="rect">
            <a:avLst/>
          </a:prstGeom>
        </p:spPr>
      </p:pic>
      <p:pic>
        <p:nvPicPr>
          <p:cNvPr id="17" name="Imagen 16">
            <a:extLst>
              <a:ext uri="{FF2B5EF4-FFF2-40B4-BE49-F238E27FC236}">
                <a16:creationId xmlns:a16="http://schemas.microsoft.com/office/drawing/2014/main" id="{9E98F3FA-9B33-E7B7-473B-CE2C7754C454}"/>
              </a:ext>
            </a:extLst>
          </p:cNvPr>
          <p:cNvPicPr>
            <a:picLocks noChangeAspect="1"/>
          </p:cNvPicPr>
          <p:nvPr/>
        </p:nvPicPr>
        <p:blipFill>
          <a:blip r:embed="rId7"/>
          <a:stretch>
            <a:fillRect/>
          </a:stretch>
        </p:blipFill>
        <p:spPr>
          <a:xfrm>
            <a:off x="703491" y="1519102"/>
            <a:ext cx="5335170" cy="2804866"/>
          </a:xfrm>
          <a:prstGeom prst="rect">
            <a:avLst/>
          </a:prstGeom>
        </p:spPr>
      </p:pic>
      <p:sp>
        <p:nvSpPr>
          <p:cNvPr id="8" name="CuadroTexto 7">
            <a:extLst>
              <a:ext uri="{FF2B5EF4-FFF2-40B4-BE49-F238E27FC236}">
                <a16:creationId xmlns:a16="http://schemas.microsoft.com/office/drawing/2014/main" id="{D85BD3D1-5BB8-92B5-D371-956D2830C729}"/>
              </a:ext>
            </a:extLst>
          </p:cNvPr>
          <p:cNvSpPr txBox="1"/>
          <p:nvPr/>
        </p:nvSpPr>
        <p:spPr>
          <a:xfrm>
            <a:off x="8245677" y="914874"/>
            <a:ext cx="2269787" cy="369332"/>
          </a:xfrm>
          <a:prstGeom prst="rect">
            <a:avLst/>
          </a:prstGeom>
          <a:noFill/>
        </p:spPr>
        <p:txBody>
          <a:bodyPr wrap="square">
            <a:spAutoFit/>
          </a:bodyPr>
          <a:lstStyle/>
          <a:p>
            <a:r>
              <a:rPr lang="en-US"/>
              <a:t>slab = 150nm</a:t>
            </a:r>
            <a:endParaRPr lang="es-ES"/>
          </a:p>
        </p:txBody>
      </p:sp>
    </p:spTree>
    <p:extLst>
      <p:ext uri="{BB962C8B-B14F-4D97-AF65-F5344CB8AC3E}">
        <p14:creationId xmlns:p14="http://schemas.microsoft.com/office/powerpoint/2010/main" val="5359394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a:solidFill>
                  <a:srgbClr val="FFFFFF"/>
                </a:solidFill>
                <a:latin typeface="Lucida Sans"/>
                <a:cs typeface="Lucida Sans"/>
              </a:rPr>
              <a:t>Thank</a:t>
            </a:r>
            <a:r>
              <a:rPr sz="3200" b="1" spc="-55">
                <a:solidFill>
                  <a:srgbClr val="FFFFFF"/>
                </a:solidFill>
                <a:latin typeface="Lucida Sans"/>
                <a:cs typeface="Lucida Sans"/>
              </a:rPr>
              <a:t> </a:t>
            </a:r>
            <a:r>
              <a:rPr sz="3200" b="1">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27</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2643</Words>
  <Application>Microsoft Office PowerPoint</Application>
  <PresentationFormat>Panorámica</PresentationFormat>
  <Paragraphs>224</Paragraphs>
  <Slides>27</Slides>
  <Notes>21</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27</vt:i4>
      </vt:variant>
    </vt:vector>
  </HeadingPairs>
  <TitlesOfParts>
    <vt:vector size="36" baseType="lpstr">
      <vt:lpstr>Aptos</vt:lpstr>
      <vt:lpstr>Arial</vt:lpstr>
      <vt:lpstr>Calibri</vt:lpstr>
      <vt:lpstr>Cambria Math</vt:lpstr>
      <vt:lpstr>Consolas</vt:lpstr>
      <vt:lpstr>Lucida Sans</vt:lpstr>
      <vt:lpstr>Times New Roman</vt:lpstr>
      <vt:lpstr>Wingdings</vt:lpstr>
      <vt:lpstr>Office Theme</vt:lpstr>
      <vt:lpstr>Presentación de PowerPoint</vt:lpstr>
      <vt:lpstr>Instructions General</vt:lpstr>
      <vt:lpstr>Presentación de PowerPoint</vt:lpstr>
      <vt:lpstr>Learning outcome #1 – Directional coupler cross-section in GDSFactory </vt:lpstr>
      <vt:lpstr>Learning outcome #1 – Directional coupler cross-section in GDSFactory </vt:lpstr>
      <vt:lpstr>Learning outcome #1 – Directional coupler cross-section in GDSFactory </vt:lpstr>
      <vt:lpstr>Learning outcome #2 – Directional coupler length and coupling coefficient Wavelength 1.5 µm – width 1.2 µm – gap 0.6 µm – thickness 300 nm</vt:lpstr>
      <vt:lpstr>Learning outcome #3 – 2x2 Directional Coupler Wavelength 1.55 µm – Sweep gaps between 0.2 and 1.2 µm in steps of 0.2 µm</vt:lpstr>
      <vt:lpstr>Learning outcome #3 – 2x2 Directional Coupler Wavelength 1.55 µm – Gap=0.4</vt:lpstr>
      <vt:lpstr>Learning outcome #3 – 2x2 Directional Coupler Wavelength 1.55 µm – Gap=0.6</vt:lpstr>
      <vt:lpstr>Learning outcome #3 – 2x2 Directional Coupler Wavelength 1.55 µm – Gap=0.8</vt:lpstr>
      <vt:lpstr>Learning outcome #3 – 2x2 Directional Coupler Wavelength 1.55 µm – Gap=1</vt:lpstr>
      <vt:lpstr>Learning outcome #3 – 2x2 Directional Coupler Wavelength 1.55 µm – Gap=1.2</vt:lpstr>
      <vt:lpstr>Learning outcome #3 – 2x2 Directional Coupler Conclusiones</vt:lpstr>
      <vt:lpstr>Learning outcome #4 – Parallel uncoupled waveguides – TE0 mode Wavelength 1.55 µm, width 1.0 µm, gap to be found for uncoupled wvgs</vt:lpstr>
      <vt:lpstr>Presentación de PowerPoint</vt:lpstr>
      <vt:lpstr>Learning outcome #5 – Multimode Interference (MMI) Coupler cross-section</vt:lpstr>
      <vt:lpstr>Learning outcome #5 – Multimode Interference (MMI) Coupler cross-section</vt:lpstr>
      <vt:lpstr>Learning outcome #6 – 6.1 2x2 Multimode Interference Coupler  Wavelength 1.55 µm, wMMI = 6.6 µm</vt:lpstr>
      <vt:lpstr>Learning outcome #6.2 – 2x2 Multimode Interference Coupler - Optimization Wavelength 1.55 µm, wMMI = 6.6 µm</vt:lpstr>
      <vt:lpstr>Learning outcome #6.3 – 2x2 Multimode Interference Coupler – Optimization (II) Wavelength 1.55 µm, wMMI = 6.6 µm</vt:lpstr>
      <vt:lpstr>Learning outcome #7 – 1x4 Multimode Interference Coupler  Wavelength 1.55 µm, wMMI =12µm</vt:lpstr>
      <vt:lpstr>Extra #1 – Directional coupler gap dependence Wavelength 1.55 µm, width 1.0 µm, gap 0.2-2.4 µm (step 0.2 µm) </vt:lpstr>
      <vt:lpstr>Extra #2 – Directional wavelength dependence Wavelengths from 1.5 to 1.7 µm, gap = 0.6 µm, width 1.0 µm  </vt:lpstr>
      <vt:lpstr>Extra #3 – MMI coupler wavelength dependence Wavelengths from 1.5 to 1.7 µm, wMMI = 6.6 µm</vt:lpstr>
      <vt:lpstr>Extra #4 – MMI coupler body width dependence Wavelength 1.55 µm, wMMI = 5-10 µm (steps 0.5 µm)</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Alexia Ruiz Rocamora</cp:lastModifiedBy>
  <cp:revision>1</cp:revision>
  <dcterms:created xsi:type="dcterms:W3CDTF">2025-01-27T02:46:57Z</dcterms:created>
  <dcterms:modified xsi:type="dcterms:W3CDTF">2026-05-02T09:15:18Z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